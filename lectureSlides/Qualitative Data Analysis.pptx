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52" r:id="rId2"/>
    <p:sldId id="280" r:id="rId3"/>
    <p:sldId id="281" r:id="rId4"/>
    <p:sldId id="282" r:id="rId5"/>
    <p:sldId id="454" r:id="rId6"/>
    <p:sldId id="457" r:id="rId7"/>
    <p:sldId id="283" r:id="rId8"/>
    <p:sldId id="455" r:id="rId9"/>
    <p:sldId id="284" r:id="rId10"/>
    <p:sldId id="456" r:id="rId11"/>
    <p:sldId id="285" r:id="rId12"/>
    <p:sldId id="286" r:id="rId13"/>
    <p:sldId id="453" r:id="rId14"/>
    <p:sldId id="340" r:id="rId15"/>
    <p:sldId id="45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ohamed Shafraz" userId="6b22b2be-e220-48d9-a64a-a2f2bfb2b52e" providerId="ADAL" clId="{B3E5BF67-64D2-4DF7-BADD-A6D0077F5D68}"/>
    <pc:docChg chg="custSel addSld delSld modSld sldOrd">
      <pc:chgData name="Dr. Mohamed Shafraz" userId="6b22b2be-e220-48d9-a64a-a2f2bfb2b52e" providerId="ADAL" clId="{B3E5BF67-64D2-4DF7-BADD-A6D0077F5D68}" dt="2024-11-20T04:17:25.586" v="189" actId="113"/>
      <pc:docMkLst>
        <pc:docMk/>
      </pc:docMkLst>
      <pc:sldChg chg="del">
        <pc:chgData name="Dr. Mohamed Shafraz" userId="6b22b2be-e220-48d9-a64a-a2f2bfb2b52e" providerId="ADAL" clId="{B3E5BF67-64D2-4DF7-BADD-A6D0077F5D68}" dt="2024-11-19T06:38:30.247" v="0" actId="47"/>
        <pc:sldMkLst>
          <pc:docMk/>
          <pc:sldMk cId="550504905" sldId="256"/>
        </pc:sldMkLst>
      </pc:sldChg>
      <pc:sldChg chg="del">
        <pc:chgData name="Dr. Mohamed Shafraz" userId="6b22b2be-e220-48d9-a64a-a2f2bfb2b52e" providerId="ADAL" clId="{B3E5BF67-64D2-4DF7-BADD-A6D0077F5D68}" dt="2024-11-19T06:38:30.735" v="1" actId="47"/>
        <pc:sldMkLst>
          <pc:docMk/>
          <pc:sldMk cId="1550192910" sldId="257"/>
        </pc:sldMkLst>
      </pc:sldChg>
      <pc:sldChg chg="del">
        <pc:chgData name="Dr. Mohamed Shafraz" userId="6b22b2be-e220-48d9-a64a-a2f2bfb2b52e" providerId="ADAL" clId="{B3E5BF67-64D2-4DF7-BADD-A6D0077F5D68}" dt="2024-11-19T06:38:31.081" v="2" actId="47"/>
        <pc:sldMkLst>
          <pc:docMk/>
          <pc:sldMk cId="1556301504" sldId="258"/>
        </pc:sldMkLst>
      </pc:sldChg>
      <pc:sldChg chg="del">
        <pc:chgData name="Dr. Mohamed Shafraz" userId="6b22b2be-e220-48d9-a64a-a2f2bfb2b52e" providerId="ADAL" clId="{B3E5BF67-64D2-4DF7-BADD-A6D0077F5D68}" dt="2024-11-19T06:38:31.411" v="3" actId="47"/>
        <pc:sldMkLst>
          <pc:docMk/>
          <pc:sldMk cId="2350086002" sldId="259"/>
        </pc:sldMkLst>
      </pc:sldChg>
      <pc:sldChg chg="del">
        <pc:chgData name="Dr. Mohamed Shafraz" userId="6b22b2be-e220-48d9-a64a-a2f2bfb2b52e" providerId="ADAL" clId="{B3E5BF67-64D2-4DF7-BADD-A6D0077F5D68}" dt="2024-11-19T06:38:31.626" v="4" actId="47"/>
        <pc:sldMkLst>
          <pc:docMk/>
          <pc:sldMk cId="4073255610" sldId="260"/>
        </pc:sldMkLst>
      </pc:sldChg>
      <pc:sldChg chg="del">
        <pc:chgData name="Dr. Mohamed Shafraz" userId="6b22b2be-e220-48d9-a64a-a2f2bfb2b52e" providerId="ADAL" clId="{B3E5BF67-64D2-4DF7-BADD-A6D0077F5D68}" dt="2024-11-19T06:38:31.843" v="5" actId="47"/>
        <pc:sldMkLst>
          <pc:docMk/>
          <pc:sldMk cId="1226207247" sldId="261"/>
        </pc:sldMkLst>
      </pc:sldChg>
      <pc:sldChg chg="del">
        <pc:chgData name="Dr. Mohamed Shafraz" userId="6b22b2be-e220-48d9-a64a-a2f2bfb2b52e" providerId="ADAL" clId="{B3E5BF67-64D2-4DF7-BADD-A6D0077F5D68}" dt="2024-11-19T06:38:32.095" v="6" actId="47"/>
        <pc:sldMkLst>
          <pc:docMk/>
          <pc:sldMk cId="352817450" sldId="262"/>
        </pc:sldMkLst>
      </pc:sldChg>
      <pc:sldChg chg="del">
        <pc:chgData name="Dr. Mohamed Shafraz" userId="6b22b2be-e220-48d9-a64a-a2f2bfb2b52e" providerId="ADAL" clId="{B3E5BF67-64D2-4DF7-BADD-A6D0077F5D68}" dt="2024-11-19T06:38:32.412" v="7" actId="47"/>
        <pc:sldMkLst>
          <pc:docMk/>
          <pc:sldMk cId="2077681579" sldId="263"/>
        </pc:sldMkLst>
      </pc:sldChg>
      <pc:sldChg chg="del">
        <pc:chgData name="Dr. Mohamed Shafraz" userId="6b22b2be-e220-48d9-a64a-a2f2bfb2b52e" providerId="ADAL" clId="{B3E5BF67-64D2-4DF7-BADD-A6D0077F5D68}" dt="2024-11-19T06:38:32.725" v="8" actId="47"/>
        <pc:sldMkLst>
          <pc:docMk/>
          <pc:sldMk cId="4070394472" sldId="264"/>
        </pc:sldMkLst>
      </pc:sldChg>
      <pc:sldChg chg="del">
        <pc:chgData name="Dr. Mohamed Shafraz" userId="6b22b2be-e220-48d9-a64a-a2f2bfb2b52e" providerId="ADAL" clId="{B3E5BF67-64D2-4DF7-BADD-A6D0077F5D68}" dt="2024-11-19T06:38:33.033" v="9" actId="47"/>
        <pc:sldMkLst>
          <pc:docMk/>
          <pc:sldMk cId="4034975564" sldId="265"/>
        </pc:sldMkLst>
      </pc:sldChg>
      <pc:sldChg chg="del">
        <pc:chgData name="Dr. Mohamed Shafraz" userId="6b22b2be-e220-48d9-a64a-a2f2bfb2b52e" providerId="ADAL" clId="{B3E5BF67-64D2-4DF7-BADD-A6D0077F5D68}" dt="2024-11-19T06:38:33.363" v="10" actId="47"/>
        <pc:sldMkLst>
          <pc:docMk/>
          <pc:sldMk cId="879326041" sldId="266"/>
        </pc:sldMkLst>
      </pc:sldChg>
      <pc:sldChg chg="del">
        <pc:chgData name="Dr. Mohamed Shafraz" userId="6b22b2be-e220-48d9-a64a-a2f2bfb2b52e" providerId="ADAL" clId="{B3E5BF67-64D2-4DF7-BADD-A6D0077F5D68}" dt="2024-11-19T06:38:33.798" v="11" actId="47"/>
        <pc:sldMkLst>
          <pc:docMk/>
          <pc:sldMk cId="35944900" sldId="267"/>
        </pc:sldMkLst>
      </pc:sldChg>
      <pc:sldChg chg="del">
        <pc:chgData name="Dr. Mohamed Shafraz" userId="6b22b2be-e220-48d9-a64a-a2f2bfb2b52e" providerId="ADAL" clId="{B3E5BF67-64D2-4DF7-BADD-A6D0077F5D68}" dt="2024-11-19T06:38:34.153" v="12" actId="47"/>
        <pc:sldMkLst>
          <pc:docMk/>
          <pc:sldMk cId="1772291185" sldId="268"/>
        </pc:sldMkLst>
      </pc:sldChg>
      <pc:sldChg chg="del">
        <pc:chgData name="Dr. Mohamed Shafraz" userId="6b22b2be-e220-48d9-a64a-a2f2bfb2b52e" providerId="ADAL" clId="{B3E5BF67-64D2-4DF7-BADD-A6D0077F5D68}" dt="2024-11-19T06:38:34.571" v="13" actId="47"/>
        <pc:sldMkLst>
          <pc:docMk/>
          <pc:sldMk cId="317445168" sldId="269"/>
        </pc:sldMkLst>
      </pc:sldChg>
      <pc:sldChg chg="del">
        <pc:chgData name="Dr. Mohamed Shafraz" userId="6b22b2be-e220-48d9-a64a-a2f2bfb2b52e" providerId="ADAL" clId="{B3E5BF67-64D2-4DF7-BADD-A6D0077F5D68}" dt="2024-11-19T06:38:35.037" v="14" actId="47"/>
        <pc:sldMkLst>
          <pc:docMk/>
          <pc:sldMk cId="1050173690" sldId="270"/>
        </pc:sldMkLst>
      </pc:sldChg>
      <pc:sldChg chg="del">
        <pc:chgData name="Dr. Mohamed Shafraz" userId="6b22b2be-e220-48d9-a64a-a2f2bfb2b52e" providerId="ADAL" clId="{B3E5BF67-64D2-4DF7-BADD-A6D0077F5D68}" dt="2024-11-19T06:38:35.454" v="15" actId="47"/>
        <pc:sldMkLst>
          <pc:docMk/>
          <pc:sldMk cId="1802656921" sldId="271"/>
        </pc:sldMkLst>
      </pc:sldChg>
      <pc:sldChg chg="del">
        <pc:chgData name="Dr. Mohamed Shafraz" userId="6b22b2be-e220-48d9-a64a-a2f2bfb2b52e" providerId="ADAL" clId="{B3E5BF67-64D2-4DF7-BADD-A6D0077F5D68}" dt="2024-11-19T06:38:36.089" v="16" actId="47"/>
        <pc:sldMkLst>
          <pc:docMk/>
          <pc:sldMk cId="3518389370" sldId="272"/>
        </pc:sldMkLst>
      </pc:sldChg>
      <pc:sldChg chg="del">
        <pc:chgData name="Dr. Mohamed Shafraz" userId="6b22b2be-e220-48d9-a64a-a2f2bfb2b52e" providerId="ADAL" clId="{B3E5BF67-64D2-4DF7-BADD-A6D0077F5D68}" dt="2024-11-19T06:38:36.613" v="17" actId="47"/>
        <pc:sldMkLst>
          <pc:docMk/>
          <pc:sldMk cId="983917142" sldId="273"/>
        </pc:sldMkLst>
      </pc:sldChg>
      <pc:sldChg chg="del">
        <pc:chgData name="Dr. Mohamed Shafraz" userId="6b22b2be-e220-48d9-a64a-a2f2bfb2b52e" providerId="ADAL" clId="{B3E5BF67-64D2-4DF7-BADD-A6D0077F5D68}" dt="2024-11-19T06:38:37.247" v="18" actId="47"/>
        <pc:sldMkLst>
          <pc:docMk/>
          <pc:sldMk cId="494066354" sldId="274"/>
        </pc:sldMkLst>
      </pc:sldChg>
      <pc:sldChg chg="del">
        <pc:chgData name="Dr. Mohamed Shafraz" userId="6b22b2be-e220-48d9-a64a-a2f2bfb2b52e" providerId="ADAL" clId="{B3E5BF67-64D2-4DF7-BADD-A6D0077F5D68}" dt="2024-11-19T06:38:37.610" v="19" actId="47"/>
        <pc:sldMkLst>
          <pc:docMk/>
          <pc:sldMk cId="490976040" sldId="275"/>
        </pc:sldMkLst>
      </pc:sldChg>
      <pc:sldChg chg="del">
        <pc:chgData name="Dr. Mohamed Shafraz" userId="6b22b2be-e220-48d9-a64a-a2f2bfb2b52e" providerId="ADAL" clId="{B3E5BF67-64D2-4DF7-BADD-A6D0077F5D68}" dt="2024-11-19T06:38:38.144" v="20" actId="47"/>
        <pc:sldMkLst>
          <pc:docMk/>
          <pc:sldMk cId="2172301645" sldId="276"/>
        </pc:sldMkLst>
      </pc:sldChg>
      <pc:sldChg chg="del">
        <pc:chgData name="Dr. Mohamed Shafraz" userId="6b22b2be-e220-48d9-a64a-a2f2bfb2b52e" providerId="ADAL" clId="{B3E5BF67-64D2-4DF7-BADD-A6D0077F5D68}" dt="2024-11-19T06:38:38.517" v="21" actId="47"/>
        <pc:sldMkLst>
          <pc:docMk/>
          <pc:sldMk cId="2442938098" sldId="277"/>
        </pc:sldMkLst>
      </pc:sldChg>
      <pc:sldChg chg="del">
        <pc:chgData name="Dr. Mohamed Shafraz" userId="6b22b2be-e220-48d9-a64a-a2f2bfb2b52e" providerId="ADAL" clId="{B3E5BF67-64D2-4DF7-BADD-A6D0077F5D68}" dt="2024-11-19T06:38:39.092" v="22" actId="47"/>
        <pc:sldMkLst>
          <pc:docMk/>
          <pc:sldMk cId="2665379398" sldId="278"/>
        </pc:sldMkLst>
      </pc:sldChg>
      <pc:sldChg chg="del">
        <pc:chgData name="Dr. Mohamed Shafraz" userId="6b22b2be-e220-48d9-a64a-a2f2bfb2b52e" providerId="ADAL" clId="{B3E5BF67-64D2-4DF7-BADD-A6D0077F5D68}" dt="2024-11-19T06:38:39.617" v="23" actId="47"/>
        <pc:sldMkLst>
          <pc:docMk/>
          <pc:sldMk cId="2996216270" sldId="279"/>
        </pc:sldMkLst>
      </pc:sldChg>
      <pc:sldChg chg="modSp mod ord">
        <pc:chgData name="Dr. Mohamed Shafraz" userId="6b22b2be-e220-48d9-a64a-a2f2bfb2b52e" providerId="ADAL" clId="{B3E5BF67-64D2-4DF7-BADD-A6D0077F5D68}" dt="2024-11-19T08:04:57.266" v="83" actId="123"/>
        <pc:sldMkLst>
          <pc:docMk/>
          <pc:sldMk cId="2950269111" sldId="280"/>
        </pc:sldMkLst>
        <pc:spChg chg="mod">
          <ac:chgData name="Dr. Mohamed Shafraz" userId="6b22b2be-e220-48d9-a64a-a2f2bfb2b52e" providerId="ADAL" clId="{B3E5BF67-64D2-4DF7-BADD-A6D0077F5D68}" dt="2024-11-19T08:04:52.646" v="82" actId="122"/>
          <ac:spMkLst>
            <pc:docMk/>
            <pc:sldMk cId="2950269111" sldId="280"/>
            <ac:spMk id="2" creationId="{155DC435-3ED8-475C-8A8E-9BF2B25B04F2}"/>
          </ac:spMkLst>
        </pc:spChg>
        <pc:spChg chg="mod">
          <ac:chgData name="Dr. Mohamed Shafraz" userId="6b22b2be-e220-48d9-a64a-a2f2bfb2b52e" providerId="ADAL" clId="{B3E5BF67-64D2-4DF7-BADD-A6D0077F5D68}" dt="2024-11-19T08:04:57.266" v="83" actId="123"/>
          <ac:spMkLst>
            <pc:docMk/>
            <pc:sldMk cId="2950269111" sldId="280"/>
            <ac:spMk id="3" creationId="{5A3B228C-9E62-72CD-5EF0-4FAB08FCE1B1}"/>
          </ac:spMkLst>
        </pc:spChg>
      </pc:sldChg>
      <pc:sldChg chg="modSp mod">
        <pc:chgData name="Dr. Mohamed Shafraz" userId="6b22b2be-e220-48d9-a64a-a2f2bfb2b52e" providerId="ADAL" clId="{B3E5BF67-64D2-4DF7-BADD-A6D0077F5D68}" dt="2024-11-19T06:46:07.836" v="40" actId="207"/>
        <pc:sldMkLst>
          <pc:docMk/>
          <pc:sldMk cId="3391001174" sldId="282"/>
        </pc:sldMkLst>
        <pc:spChg chg="mod">
          <ac:chgData name="Dr. Mohamed Shafraz" userId="6b22b2be-e220-48d9-a64a-a2f2bfb2b52e" providerId="ADAL" clId="{B3E5BF67-64D2-4DF7-BADD-A6D0077F5D68}" dt="2024-11-19T06:43:19.932" v="36" actId="113"/>
          <ac:spMkLst>
            <pc:docMk/>
            <pc:sldMk cId="3391001174" sldId="282"/>
            <ac:spMk id="2" creationId="{20FB9451-F72B-A012-1961-CAD29E95AA0C}"/>
          </ac:spMkLst>
        </pc:spChg>
        <pc:spChg chg="mod">
          <ac:chgData name="Dr. Mohamed Shafraz" userId="6b22b2be-e220-48d9-a64a-a2f2bfb2b52e" providerId="ADAL" clId="{B3E5BF67-64D2-4DF7-BADD-A6D0077F5D68}" dt="2024-11-19T06:46:07.836" v="40" actId="207"/>
          <ac:spMkLst>
            <pc:docMk/>
            <pc:sldMk cId="3391001174" sldId="282"/>
            <ac:spMk id="3" creationId="{1AD50997-C684-0A5C-025A-65FA233151E3}"/>
          </ac:spMkLst>
        </pc:spChg>
      </pc:sldChg>
      <pc:sldChg chg="modSp mod">
        <pc:chgData name="Dr. Mohamed Shafraz" userId="6b22b2be-e220-48d9-a64a-a2f2bfb2b52e" providerId="ADAL" clId="{B3E5BF67-64D2-4DF7-BADD-A6D0077F5D68}" dt="2024-11-19T06:47:52.257" v="43" actId="123"/>
        <pc:sldMkLst>
          <pc:docMk/>
          <pc:sldMk cId="90918320" sldId="283"/>
        </pc:sldMkLst>
        <pc:spChg chg="mod">
          <ac:chgData name="Dr. Mohamed Shafraz" userId="6b22b2be-e220-48d9-a64a-a2f2bfb2b52e" providerId="ADAL" clId="{B3E5BF67-64D2-4DF7-BADD-A6D0077F5D68}" dt="2024-11-19T06:44:55.578" v="39" actId="113"/>
          <ac:spMkLst>
            <pc:docMk/>
            <pc:sldMk cId="90918320" sldId="283"/>
            <ac:spMk id="2" creationId="{275DDE25-3FC7-2353-6488-BA683649A7B0}"/>
          </ac:spMkLst>
        </pc:spChg>
        <pc:spChg chg="mod">
          <ac:chgData name="Dr. Mohamed Shafraz" userId="6b22b2be-e220-48d9-a64a-a2f2bfb2b52e" providerId="ADAL" clId="{B3E5BF67-64D2-4DF7-BADD-A6D0077F5D68}" dt="2024-11-19T06:47:52.257" v="43" actId="123"/>
          <ac:spMkLst>
            <pc:docMk/>
            <pc:sldMk cId="90918320" sldId="283"/>
            <ac:spMk id="3" creationId="{61FD42E2-5688-D64C-D850-2DDCB7A57623}"/>
          </ac:spMkLst>
        </pc:spChg>
      </pc:sldChg>
      <pc:sldChg chg="modSp mod">
        <pc:chgData name="Dr. Mohamed Shafraz" userId="6b22b2be-e220-48d9-a64a-a2f2bfb2b52e" providerId="ADAL" clId="{B3E5BF67-64D2-4DF7-BADD-A6D0077F5D68}" dt="2024-11-19T06:48:14.516" v="47" actId="207"/>
        <pc:sldMkLst>
          <pc:docMk/>
          <pc:sldMk cId="1995094825" sldId="284"/>
        </pc:sldMkLst>
        <pc:spChg chg="mod">
          <ac:chgData name="Dr. Mohamed Shafraz" userId="6b22b2be-e220-48d9-a64a-a2f2bfb2b52e" providerId="ADAL" clId="{B3E5BF67-64D2-4DF7-BADD-A6D0077F5D68}" dt="2024-11-19T06:47:59.394" v="44" actId="113"/>
          <ac:spMkLst>
            <pc:docMk/>
            <pc:sldMk cId="1995094825" sldId="284"/>
            <ac:spMk id="2" creationId="{BE5B7F40-7634-D3FF-9339-4BA108C2A995}"/>
          </ac:spMkLst>
        </pc:spChg>
        <pc:spChg chg="mod">
          <ac:chgData name="Dr. Mohamed Shafraz" userId="6b22b2be-e220-48d9-a64a-a2f2bfb2b52e" providerId="ADAL" clId="{B3E5BF67-64D2-4DF7-BADD-A6D0077F5D68}" dt="2024-11-19T06:48:14.516" v="47" actId="207"/>
          <ac:spMkLst>
            <pc:docMk/>
            <pc:sldMk cId="1995094825" sldId="284"/>
            <ac:spMk id="3" creationId="{D99807F4-637A-AEF2-A3E8-6C8E5D15376A}"/>
          </ac:spMkLst>
        </pc:spChg>
      </pc:sldChg>
      <pc:sldChg chg="modSp mod">
        <pc:chgData name="Dr. Mohamed Shafraz" userId="6b22b2be-e220-48d9-a64a-a2f2bfb2b52e" providerId="ADAL" clId="{B3E5BF67-64D2-4DF7-BADD-A6D0077F5D68}" dt="2024-11-19T07:27:35.546" v="51" actId="113"/>
        <pc:sldMkLst>
          <pc:docMk/>
          <pc:sldMk cId="2451448436" sldId="285"/>
        </pc:sldMkLst>
        <pc:spChg chg="mod">
          <ac:chgData name="Dr. Mohamed Shafraz" userId="6b22b2be-e220-48d9-a64a-a2f2bfb2b52e" providerId="ADAL" clId="{B3E5BF67-64D2-4DF7-BADD-A6D0077F5D68}" dt="2024-11-19T07:27:06.946" v="48" actId="113"/>
          <ac:spMkLst>
            <pc:docMk/>
            <pc:sldMk cId="2451448436" sldId="285"/>
            <ac:spMk id="2" creationId="{1C34A8EA-D130-628A-B53D-96E5F3C28BDC}"/>
          </ac:spMkLst>
        </pc:spChg>
        <pc:spChg chg="mod">
          <ac:chgData name="Dr. Mohamed Shafraz" userId="6b22b2be-e220-48d9-a64a-a2f2bfb2b52e" providerId="ADAL" clId="{B3E5BF67-64D2-4DF7-BADD-A6D0077F5D68}" dt="2024-11-19T07:27:35.546" v="51" actId="113"/>
          <ac:spMkLst>
            <pc:docMk/>
            <pc:sldMk cId="2451448436" sldId="285"/>
            <ac:spMk id="3" creationId="{2E0CF500-9C19-941A-8659-7BE1A8A81C0C}"/>
          </ac:spMkLst>
        </pc:spChg>
      </pc:sldChg>
      <pc:sldChg chg="modSp mod">
        <pc:chgData name="Dr. Mohamed Shafraz" userId="6b22b2be-e220-48d9-a64a-a2f2bfb2b52e" providerId="ADAL" clId="{B3E5BF67-64D2-4DF7-BADD-A6D0077F5D68}" dt="2024-11-19T07:30:57.408" v="80" actId="207"/>
        <pc:sldMkLst>
          <pc:docMk/>
          <pc:sldMk cId="95337234" sldId="286"/>
        </pc:sldMkLst>
        <pc:spChg chg="mod">
          <ac:chgData name="Dr. Mohamed Shafraz" userId="6b22b2be-e220-48d9-a64a-a2f2bfb2b52e" providerId="ADAL" clId="{B3E5BF67-64D2-4DF7-BADD-A6D0077F5D68}" dt="2024-11-19T07:27:43.251" v="52" actId="113"/>
          <ac:spMkLst>
            <pc:docMk/>
            <pc:sldMk cId="95337234" sldId="286"/>
            <ac:spMk id="2" creationId="{14670951-D1ED-5204-B61E-E36911DE62D6}"/>
          </ac:spMkLst>
        </pc:spChg>
        <pc:spChg chg="mod">
          <ac:chgData name="Dr. Mohamed Shafraz" userId="6b22b2be-e220-48d9-a64a-a2f2bfb2b52e" providerId="ADAL" clId="{B3E5BF67-64D2-4DF7-BADD-A6D0077F5D68}" dt="2024-11-19T07:30:57.408" v="80" actId="207"/>
          <ac:spMkLst>
            <pc:docMk/>
            <pc:sldMk cId="95337234" sldId="286"/>
            <ac:spMk id="3" creationId="{B4F6B6EA-E0A6-15C5-37C6-41F90599DB05}"/>
          </ac:spMkLst>
        </pc:spChg>
      </pc:sldChg>
      <pc:sldChg chg="del">
        <pc:chgData name="Dr. Mohamed Shafraz" userId="6b22b2be-e220-48d9-a64a-a2f2bfb2b52e" providerId="ADAL" clId="{B3E5BF67-64D2-4DF7-BADD-A6D0077F5D68}" dt="2024-11-19T07:28:10.552" v="53" actId="47"/>
        <pc:sldMkLst>
          <pc:docMk/>
          <pc:sldMk cId="2880888990" sldId="287"/>
        </pc:sldMkLst>
      </pc:sldChg>
      <pc:sldChg chg="delSp modSp new mod">
        <pc:chgData name="Dr. Mohamed Shafraz" userId="6b22b2be-e220-48d9-a64a-a2f2bfb2b52e" providerId="ADAL" clId="{B3E5BF67-64D2-4DF7-BADD-A6D0077F5D68}" dt="2024-11-19T06:39:08.422" v="34" actId="1076"/>
        <pc:sldMkLst>
          <pc:docMk/>
          <pc:sldMk cId="84002558" sldId="452"/>
        </pc:sldMkLst>
        <pc:spChg chg="mod">
          <ac:chgData name="Dr. Mohamed Shafraz" userId="6b22b2be-e220-48d9-a64a-a2f2bfb2b52e" providerId="ADAL" clId="{B3E5BF67-64D2-4DF7-BADD-A6D0077F5D68}" dt="2024-11-19T06:39:08.422" v="34" actId="1076"/>
          <ac:spMkLst>
            <pc:docMk/>
            <pc:sldMk cId="84002558" sldId="452"/>
            <ac:spMk id="2" creationId="{5FBB09CF-0FCB-3170-1A16-17B825EAAC3F}"/>
          </ac:spMkLst>
        </pc:spChg>
        <pc:spChg chg="del">
          <ac:chgData name="Dr. Mohamed Shafraz" userId="6b22b2be-e220-48d9-a64a-a2f2bfb2b52e" providerId="ADAL" clId="{B3E5BF67-64D2-4DF7-BADD-A6D0077F5D68}" dt="2024-11-19T06:38:55.606" v="27" actId="478"/>
          <ac:spMkLst>
            <pc:docMk/>
            <pc:sldMk cId="84002558" sldId="452"/>
            <ac:spMk id="3" creationId="{896C5AFA-AB46-C4E7-A639-4FCA28A39114}"/>
          </ac:spMkLst>
        </pc:spChg>
      </pc:sldChg>
      <pc:sldChg chg="modSp new mod">
        <pc:chgData name="Dr. Mohamed Shafraz" userId="6b22b2be-e220-48d9-a64a-a2f2bfb2b52e" providerId="ADAL" clId="{B3E5BF67-64D2-4DF7-BADD-A6D0077F5D68}" dt="2024-11-19T07:30:44.322" v="79" actId="113"/>
        <pc:sldMkLst>
          <pc:docMk/>
          <pc:sldMk cId="3590970885" sldId="453"/>
        </pc:sldMkLst>
        <pc:spChg chg="mod">
          <ac:chgData name="Dr. Mohamed Shafraz" userId="6b22b2be-e220-48d9-a64a-a2f2bfb2b52e" providerId="ADAL" clId="{B3E5BF67-64D2-4DF7-BADD-A6D0077F5D68}" dt="2024-11-19T07:30:44.322" v="79" actId="113"/>
          <ac:spMkLst>
            <pc:docMk/>
            <pc:sldMk cId="3590970885" sldId="453"/>
            <ac:spMk id="2" creationId="{CA630C2B-4378-BE05-E3D8-12FBDAF8C3C5}"/>
          </ac:spMkLst>
        </pc:spChg>
        <pc:spChg chg="mod">
          <ac:chgData name="Dr. Mohamed Shafraz" userId="6b22b2be-e220-48d9-a64a-a2f2bfb2b52e" providerId="ADAL" clId="{B3E5BF67-64D2-4DF7-BADD-A6D0077F5D68}" dt="2024-11-19T07:30:41.257" v="78" actId="113"/>
          <ac:spMkLst>
            <pc:docMk/>
            <pc:sldMk cId="3590970885" sldId="453"/>
            <ac:spMk id="3" creationId="{D86263E7-E390-E2EB-F2BC-EC88A92390C1}"/>
          </ac:spMkLst>
        </pc:spChg>
      </pc:sldChg>
      <pc:sldChg chg="modSp new mod">
        <pc:chgData name="Dr. Mohamed Shafraz" userId="6b22b2be-e220-48d9-a64a-a2f2bfb2b52e" providerId="ADAL" clId="{B3E5BF67-64D2-4DF7-BADD-A6D0077F5D68}" dt="2024-11-20T03:47:08.970" v="131" actId="113"/>
        <pc:sldMkLst>
          <pc:docMk/>
          <pc:sldMk cId="2054077996" sldId="454"/>
        </pc:sldMkLst>
        <pc:spChg chg="mod">
          <ac:chgData name="Dr. Mohamed Shafraz" userId="6b22b2be-e220-48d9-a64a-a2f2bfb2b52e" providerId="ADAL" clId="{B3E5BF67-64D2-4DF7-BADD-A6D0077F5D68}" dt="2024-11-20T03:47:08.970" v="131" actId="113"/>
          <ac:spMkLst>
            <pc:docMk/>
            <pc:sldMk cId="2054077996" sldId="454"/>
            <ac:spMk id="2" creationId="{8CC28491-E4BE-96CA-386E-6787755A9241}"/>
          </ac:spMkLst>
        </pc:spChg>
        <pc:spChg chg="mod">
          <ac:chgData name="Dr. Mohamed Shafraz" userId="6b22b2be-e220-48d9-a64a-a2f2bfb2b52e" providerId="ADAL" clId="{B3E5BF67-64D2-4DF7-BADD-A6D0077F5D68}" dt="2024-11-20T03:47:05.151" v="130" actId="20577"/>
          <ac:spMkLst>
            <pc:docMk/>
            <pc:sldMk cId="2054077996" sldId="454"/>
            <ac:spMk id="3" creationId="{F1666367-0CAF-2FC3-A2CE-B370B6D39187}"/>
          </ac:spMkLst>
        </pc:spChg>
      </pc:sldChg>
      <pc:sldChg chg="addSp delSp modSp new mod setBg">
        <pc:chgData name="Dr. Mohamed Shafraz" userId="6b22b2be-e220-48d9-a64a-a2f2bfb2b52e" providerId="ADAL" clId="{B3E5BF67-64D2-4DF7-BADD-A6D0077F5D68}" dt="2024-11-20T03:48:37.832" v="138" actId="962"/>
        <pc:sldMkLst>
          <pc:docMk/>
          <pc:sldMk cId="2878992604" sldId="455"/>
        </pc:sldMkLst>
        <pc:spChg chg="del">
          <ac:chgData name="Dr. Mohamed Shafraz" userId="6b22b2be-e220-48d9-a64a-a2f2bfb2b52e" providerId="ADAL" clId="{B3E5BF67-64D2-4DF7-BADD-A6D0077F5D68}" dt="2024-11-20T03:48:01.462" v="134" actId="478"/>
          <ac:spMkLst>
            <pc:docMk/>
            <pc:sldMk cId="2878992604" sldId="455"/>
            <ac:spMk id="2" creationId="{01C60EE0-4467-8E88-A032-C2E78A448719}"/>
          </ac:spMkLst>
        </pc:spChg>
        <pc:spChg chg="del">
          <ac:chgData name="Dr. Mohamed Shafraz" userId="6b22b2be-e220-48d9-a64a-a2f2bfb2b52e" providerId="ADAL" clId="{B3E5BF67-64D2-4DF7-BADD-A6D0077F5D68}" dt="2024-11-20T03:48:00.278" v="133" actId="478"/>
          <ac:spMkLst>
            <pc:docMk/>
            <pc:sldMk cId="2878992604" sldId="455"/>
            <ac:spMk id="3" creationId="{79E9B974-4505-7887-2845-77A0543675D2}"/>
          </ac:spMkLst>
        </pc:spChg>
        <pc:spChg chg="add">
          <ac:chgData name="Dr. Mohamed Shafraz" userId="6b22b2be-e220-48d9-a64a-a2f2bfb2b52e" providerId="ADAL" clId="{B3E5BF67-64D2-4DF7-BADD-A6D0077F5D68}" dt="2024-11-20T03:48:09.538" v="136" actId="26606"/>
          <ac:spMkLst>
            <pc:docMk/>
            <pc:sldMk cId="2878992604" sldId="455"/>
            <ac:spMk id="10" creationId="{42A4FC2C-047E-45A5-965D-8E1E3BF09BC6}"/>
          </ac:spMkLst>
        </pc:spChg>
        <pc:picChg chg="add mod">
          <ac:chgData name="Dr. Mohamed Shafraz" userId="6b22b2be-e220-48d9-a64a-a2f2bfb2b52e" providerId="ADAL" clId="{B3E5BF67-64D2-4DF7-BADD-A6D0077F5D68}" dt="2024-11-20T03:48:37.832" v="138" actId="962"/>
          <ac:picMkLst>
            <pc:docMk/>
            <pc:sldMk cId="2878992604" sldId="455"/>
            <ac:picMk id="5" creationId="{9B22F85A-806B-8A6D-2771-555CB211DB21}"/>
          </ac:picMkLst>
        </pc:picChg>
      </pc:sldChg>
      <pc:sldChg chg="modSp new mod">
        <pc:chgData name="Dr. Mohamed Shafraz" userId="6b22b2be-e220-48d9-a64a-a2f2bfb2b52e" providerId="ADAL" clId="{B3E5BF67-64D2-4DF7-BADD-A6D0077F5D68}" dt="2024-11-20T04:17:25.586" v="189" actId="113"/>
        <pc:sldMkLst>
          <pc:docMk/>
          <pc:sldMk cId="3352081550" sldId="456"/>
        </pc:sldMkLst>
        <pc:spChg chg="mod">
          <ac:chgData name="Dr. Mohamed Shafraz" userId="6b22b2be-e220-48d9-a64a-a2f2bfb2b52e" providerId="ADAL" clId="{B3E5BF67-64D2-4DF7-BADD-A6D0077F5D68}" dt="2024-11-20T04:14:44.687" v="168" actId="404"/>
          <ac:spMkLst>
            <pc:docMk/>
            <pc:sldMk cId="3352081550" sldId="456"/>
            <ac:spMk id="2" creationId="{C67FF63A-A69B-5255-B10D-1CEAB4FE067B}"/>
          </ac:spMkLst>
        </pc:spChg>
        <pc:spChg chg="mod">
          <ac:chgData name="Dr. Mohamed Shafraz" userId="6b22b2be-e220-48d9-a64a-a2f2bfb2b52e" providerId="ADAL" clId="{B3E5BF67-64D2-4DF7-BADD-A6D0077F5D68}" dt="2024-11-20T04:17:25.586" v="189" actId="113"/>
          <ac:spMkLst>
            <pc:docMk/>
            <pc:sldMk cId="3352081550" sldId="456"/>
            <ac:spMk id="3" creationId="{C9E3CB80-09EE-F469-1BB8-131879EA3F3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C2F99A-D91C-46FE-B31A-7644866AD13F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FE85332-C887-476E-B106-E2C095E296CB}">
      <dgm:prSet/>
      <dgm:spPr/>
      <dgm:t>
        <a:bodyPr/>
        <a:lstStyle/>
        <a:p>
          <a:r>
            <a:rPr lang="en-US" dirty="0"/>
            <a:t>The grounded theory approach is primarily associated with the analysis of </a:t>
          </a:r>
          <a:r>
            <a:rPr lang="en-US" b="1" dirty="0"/>
            <a:t>interview transcripts </a:t>
          </a:r>
          <a:r>
            <a:rPr lang="en-US" dirty="0"/>
            <a:t>(although it can be used with a variety of types of qualitative data). </a:t>
          </a:r>
        </a:p>
      </dgm:t>
    </dgm:pt>
    <dgm:pt modelId="{5773A54F-B33D-4B8C-94F2-719F24DF4D28}" type="parTrans" cxnId="{770CA6BC-E5BE-4E60-AE4C-9A26125BB792}">
      <dgm:prSet/>
      <dgm:spPr/>
      <dgm:t>
        <a:bodyPr/>
        <a:lstStyle/>
        <a:p>
          <a:endParaRPr lang="en-US"/>
        </a:p>
      </dgm:t>
    </dgm:pt>
    <dgm:pt modelId="{E79F563E-4408-4504-B876-314D6476A2DA}" type="sibTrans" cxnId="{770CA6BC-E5BE-4E60-AE4C-9A26125BB792}">
      <dgm:prSet/>
      <dgm:spPr/>
      <dgm:t>
        <a:bodyPr/>
        <a:lstStyle/>
        <a:p>
          <a:endParaRPr lang="en-US"/>
        </a:p>
      </dgm:t>
    </dgm:pt>
    <dgm:pt modelId="{41730D0F-0C93-4A4F-A167-86ED241AE49F}">
      <dgm:prSet/>
      <dgm:spPr/>
      <dgm:t>
        <a:bodyPr/>
        <a:lstStyle/>
        <a:p>
          <a:r>
            <a:rPr lang="en-US"/>
            <a:t>The analysis requires a detailed scrutiny of the text and involves a gradual process of coding and categorizing the data. </a:t>
          </a:r>
        </a:p>
      </dgm:t>
    </dgm:pt>
    <dgm:pt modelId="{2B03B1D8-FC78-4D38-9700-79CCA35714BA}" type="parTrans" cxnId="{7EA5D42B-92DE-4164-93E8-E7333099D62A}">
      <dgm:prSet/>
      <dgm:spPr/>
      <dgm:t>
        <a:bodyPr/>
        <a:lstStyle/>
        <a:p>
          <a:endParaRPr lang="en-US"/>
        </a:p>
      </dgm:t>
    </dgm:pt>
    <dgm:pt modelId="{4C762592-DEF1-4913-A2C1-03C1F6F13AB7}" type="sibTrans" cxnId="{7EA5D42B-92DE-4164-93E8-E7333099D62A}">
      <dgm:prSet/>
      <dgm:spPr/>
      <dgm:t>
        <a:bodyPr/>
        <a:lstStyle/>
        <a:p>
          <a:endParaRPr lang="en-US"/>
        </a:p>
      </dgm:t>
    </dgm:pt>
    <dgm:pt modelId="{531B08F7-2719-4265-886F-3B91EEE6B262}">
      <dgm:prSet/>
      <dgm:spPr/>
      <dgm:t>
        <a:bodyPr/>
        <a:lstStyle/>
        <a:p>
          <a:r>
            <a:rPr lang="en-US"/>
            <a:t>The ultimate goal of the analysis is to </a:t>
          </a:r>
          <a:r>
            <a:rPr lang="en-US" b="1"/>
            <a:t>derive concepts and theories that capture</a:t>
          </a:r>
          <a:r>
            <a:rPr lang="en-US"/>
            <a:t> the meaning contained within the data. </a:t>
          </a:r>
        </a:p>
      </dgm:t>
    </dgm:pt>
    <dgm:pt modelId="{008DE2BB-32D3-4BFF-B630-AFB11830B17A}" type="parTrans" cxnId="{80355697-825B-469A-9093-604F585E8DCA}">
      <dgm:prSet/>
      <dgm:spPr/>
      <dgm:t>
        <a:bodyPr/>
        <a:lstStyle/>
        <a:p>
          <a:endParaRPr lang="en-US"/>
        </a:p>
      </dgm:t>
    </dgm:pt>
    <dgm:pt modelId="{1A06CECB-5DE0-462E-8D0C-529EB82D0657}" type="sibTrans" cxnId="{80355697-825B-469A-9093-604F585E8DCA}">
      <dgm:prSet/>
      <dgm:spPr/>
      <dgm:t>
        <a:bodyPr/>
        <a:lstStyle/>
        <a:p>
          <a:endParaRPr lang="en-US"/>
        </a:p>
      </dgm:t>
    </dgm:pt>
    <dgm:pt modelId="{DC8F04D7-A5A2-4CE0-940A-D1637EC2D5F5}">
      <dgm:prSet/>
      <dgm:spPr/>
      <dgm:t>
        <a:bodyPr/>
        <a:lstStyle/>
        <a:p>
          <a:r>
            <a:rPr lang="en-US"/>
            <a:t>The grounded theory approach is ‘inductive’ in the sense that it seeks to use findings from particular instances as the basis for developing statements that apply at a general level.</a:t>
          </a:r>
        </a:p>
      </dgm:t>
    </dgm:pt>
    <dgm:pt modelId="{02E6061E-30E6-48BD-BEFF-B41C70EA024B}" type="parTrans" cxnId="{EB5F0211-5A5F-440C-8379-95ACCD6ED586}">
      <dgm:prSet/>
      <dgm:spPr/>
      <dgm:t>
        <a:bodyPr/>
        <a:lstStyle/>
        <a:p>
          <a:endParaRPr lang="en-US"/>
        </a:p>
      </dgm:t>
    </dgm:pt>
    <dgm:pt modelId="{85180BE6-21C0-4BB8-86E8-775DFF1B4A06}" type="sibTrans" cxnId="{EB5F0211-5A5F-440C-8379-95ACCD6ED586}">
      <dgm:prSet/>
      <dgm:spPr/>
      <dgm:t>
        <a:bodyPr/>
        <a:lstStyle/>
        <a:p>
          <a:endParaRPr lang="en-US"/>
        </a:p>
      </dgm:t>
    </dgm:pt>
    <dgm:pt modelId="{F4589800-4ED4-4E86-97F9-70998DE7C9C3}" type="pres">
      <dgm:prSet presAssocID="{AAC2F99A-D91C-46FE-B31A-7644866AD13F}" presName="vert0" presStyleCnt="0">
        <dgm:presLayoutVars>
          <dgm:dir/>
          <dgm:animOne val="branch"/>
          <dgm:animLvl val="lvl"/>
        </dgm:presLayoutVars>
      </dgm:prSet>
      <dgm:spPr/>
    </dgm:pt>
    <dgm:pt modelId="{93906C2D-9B86-42EE-A591-0E4F7E3343C0}" type="pres">
      <dgm:prSet presAssocID="{CFE85332-C887-476E-B106-E2C095E296CB}" presName="thickLine" presStyleLbl="alignNode1" presStyleIdx="0" presStyleCnt="4"/>
      <dgm:spPr/>
    </dgm:pt>
    <dgm:pt modelId="{BF65A7A9-E4BD-4604-BCF2-1C2C86C9EADD}" type="pres">
      <dgm:prSet presAssocID="{CFE85332-C887-476E-B106-E2C095E296CB}" presName="horz1" presStyleCnt="0"/>
      <dgm:spPr/>
    </dgm:pt>
    <dgm:pt modelId="{D4EE4A34-1641-44DB-B3ED-BA5DD485023D}" type="pres">
      <dgm:prSet presAssocID="{CFE85332-C887-476E-B106-E2C095E296CB}" presName="tx1" presStyleLbl="revTx" presStyleIdx="0" presStyleCnt="4"/>
      <dgm:spPr/>
    </dgm:pt>
    <dgm:pt modelId="{0AF967CA-01A7-4086-8D1B-6C4D3B23206E}" type="pres">
      <dgm:prSet presAssocID="{CFE85332-C887-476E-B106-E2C095E296CB}" presName="vert1" presStyleCnt="0"/>
      <dgm:spPr/>
    </dgm:pt>
    <dgm:pt modelId="{F5BD0B3D-7897-405E-99B9-B55B0F2D0194}" type="pres">
      <dgm:prSet presAssocID="{41730D0F-0C93-4A4F-A167-86ED241AE49F}" presName="thickLine" presStyleLbl="alignNode1" presStyleIdx="1" presStyleCnt="4"/>
      <dgm:spPr/>
    </dgm:pt>
    <dgm:pt modelId="{C3444EE8-4C45-4A37-9F9D-A6EBD208F789}" type="pres">
      <dgm:prSet presAssocID="{41730D0F-0C93-4A4F-A167-86ED241AE49F}" presName="horz1" presStyleCnt="0"/>
      <dgm:spPr/>
    </dgm:pt>
    <dgm:pt modelId="{EA2AC9A6-4414-40C6-ABBB-9767EFBFA76A}" type="pres">
      <dgm:prSet presAssocID="{41730D0F-0C93-4A4F-A167-86ED241AE49F}" presName="tx1" presStyleLbl="revTx" presStyleIdx="1" presStyleCnt="4"/>
      <dgm:spPr/>
    </dgm:pt>
    <dgm:pt modelId="{E92CE7A6-079D-4A51-B228-FD5D3EE6568E}" type="pres">
      <dgm:prSet presAssocID="{41730D0F-0C93-4A4F-A167-86ED241AE49F}" presName="vert1" presStyleCnt="0"/>
      <dgm:spPr/>
    </dgm:pt>
    <dgm:pt modelId="{82CE1AF6-8BC8-4DC6-A634-C4B9DFB99A6D}" type="pres">
      <dgm:prSet presAssocID="{531B08F7-2719-4265-886F-3B91EEE6B262}" presName="thickLine" presStyleLbl="alignNode1" presStyleIdx="2" presStyleCnt="4"/>
      <dgm:spPr/>
    </dgm:pt>
    <dgm:pt modelId="{2DDAB7BB-8D90-4CFD-A81A-776CFE5AFDA6}" type="pres">
      <dgm:prSet presAssocID="{531B08F7-2719-4265-886F-3B91EEE6B262}" presName="horz1" presStyleCnt="0"/>
      <dgm:spPr/>
    </dgm:pt>
    <dgm:pt modelId="{B65862BD-64F7-4D19-BF2C-223C37A0BB86}" type="pres">
      <dgm:prSet presAssocID="{531B08F7-2719-4265-886F-3B91EEE6B262}" presName="tx1" presStyleLbl="revTx" presStyleIdx="2" presStyleCnt="4"/>
      <dgm:spPr/>
    </dgm:pt>
    <dgm:pt modelId="{F6B05324-26CB-4D05-8177-B2A8FD0CF0EE}" type="pres">
      <dgm:prSet presAssocID="{531B08F7-2719-4265-886F-3B91EEE6B262}" presName="vert1" presStyleCnt="0"/>
      <dgm:spPr/>
    </dgm:pt>
    <dgm:pt modelId="{3498CF9B-E900-420C-BE7E-48E0EB4F61F9}" type="pres">
      <dgm:prSet presAssocID="{DC8F04D7-A5A2-4CE0-940A-D1637EC2D5F5}" presName="thickLine" presStyleLbl="alignNode1" presStyleIdx="3" presStyleCnt="4"/>
      <dgm:spPr/>
    </dgm:pt>
    <dgm:pt modelId="{7D576933-39C4-4A4F-810D-D5B2A3B63FEB}" type="pres">
      <dgm:prSet presAssocID="{DC8F04D7-A5A2-4CE0-940A-D1637EC2D5F5}" presName="horz1" presStyleCnt="0"/>
      <dgm:spPr/>
    </dgm:pt>
    <dgm:pt modelId="{A49D8246-D76C-4466-822E-EAEEBECFA0B5}" type="pres">
      <dgm:prSet presAssocID="{DC8F04D7-A5A2-4CE0-940A-D1637EC2D5F5}" presName="tx1" presStyleLbl="revTx" presStyleIdx="3" presStyleCnt="4"/>
      <dgm:spPr/>
    </dgm:pt>
    <dgm:pt modelId="{2281DBB3-D21F-4264-A818-3C7986622647}" type="pres">
      <dgm:prSet presAssocID="{DC8F04D7-A5A2-4CE0-940A-D1637EC2D5F5}" presName="vert1" presStyleCnt="0"/>
      <dgm:spPr/>
    </dgm:pt>
  </dgm:ptLst>
  <dgm:cxnLst>
    <dgm:cxn modelId="{15BAD303-F0B8-46C0-A7E0-671DB160E01C}" type="presOf" srcId="{AAC2F99A-D91C-46FE-B31A-7644866AD13F}" destId="{F4589800-4ED4-4E86-97F9-70998DE7C9C3}" srcOrd="0" destOrd="0" presId="urn:microsoft.com/office/officeart/2008/layout/LinedList"/>
    <dgm:cxn modelId="{EB5F0211-5A5F-440C-8379-95ACCD6ED586}" srcId="{AAC2F99A-D91C-46FE-B31A-7644866AD13F}" destId="{DC8F04D7-A5A2-4CE0-940A-D1637EC2D5F5}" srcOrd="3" destOrd="0" parTransId="{02E6061E-30E6-48BD-BEFF-B41C70EA024B}" sibTransId="{85180BE6-21C0-4BB8-86E8-775DFF1B4A06}"/>
    <dgm:cxn modelId="{E66D1D15-2746-4F80-8796-DA422BB2B1D8}" type="presOf" srcId="{41730D0F-0C93-4A4F-A167-86ED241AE49F}" destId="{EA2AC9A6-4414-40C6-ABBB-9767EFBFA76A}" srcOrd="0" destOrd="0" presId="urn:microsoft.com/office/officeart/2008/layout/LinedList"/>
    <dgm:cxn modelId="{7EA5D42B-92DE-4164-93E8-E7333099D62A}" srcId="{AAC2F99A-D91C-46FE-B31A-7644866AD13F}" destId="{41730D0F-0C93-4A4F-A167-86ED241AE49F}" srcOrd="1" destOrd="0" parTransId="{2B03B1D8-FC78-4D38-9700-79CCA35714BA}" sibTransId="{4C762592-DEF1-4913-A2C1-03C1F6F13AB7}"/>
    <dgm:cxn modelId="{D9488B7D-0520-494E-9F30-E9AB9BBB1AB7}" type="presOf" srcId="{CFE85332-C887-476E-B106-E2C095E296CB}" destId="{D4EE4A34-1641-44DB-B3ED-BA5DD485023D}" srcOrd="0" destOrd="0" presId="urn:microsoft.com/office/officeart/2008/layout/LinedList"/>
    <dgm:cxn modelId="{80355697-825B-469A-9093-604F585E8DCA}" srcId="{AAC2F99A-D91C-46FE-B31A-7644866AD13F}" destId="{531B08F7-2719-4265-886F-3B91EEE6B262}" srcOrd="2" destOrd="0" parTransId="{008DE2BB-32D3-4BFF-B630-AFB11830B17A}" sibTransId="{1A06CECB-5DE0-462E-8D0C-529EB82D0657}"/>
    <dgm:cxn modelId="{770CA6BC-E5BE-4E60-AE4C-9A26125BB792}" srcId="{AAC2F99A-D91C-46FE-B31A-7644866AD13F}" destId="{CFE85332-C887-476E-B106-E2C095E296CB}" srcOrd="0" destOrd="0" parTransId="{5773A54F-B33D-4B8C-94F2-719F24DF4D28}" sibTransId="{E79F563E-4408-4504-B876-314D6476A2DA}"/>
    <dgm:cxn modelId="{705973C1-BE5F-4116-8223-B56BD95A5A24}" type="presOf" srcId="{DC8F04D7-A5A2-4CE0-940A-D1637EC2D5F5}" destId="{A49D8246-D76C-4466-822E-EAEEBECFA0B5}" srcOrd="0" destOrd="0" presId="urn:microsoft.com/office/officeart/2008/layout/LinedList"/>
    <dgm:cxn modelId="{E31D4ED2-6061-45E2-8596-83EB72BB4FAA}" type="presOf" srcId="{531B08F7-2719-4265-886F-3B91EEE6B262}" destId="{B65862BD-64F7-4D19-BF2C-223C37A0BB86}" srcOrd="0" destOrd="0" presId="urn:microsoft.com/office/officeart/2008/layout/LinedList"/>
    <dgm:cxn modelId="{A34F5C2D-3970-421A-9162-B4EB767FF37A}" type="presParOf" srcId="{F4589800-4ED4-4E86-97F9-70998DE7C9C3}" destId="{93906C2D-9B86-42EE-A591-0E4F7E3343C0}" srcOrd="0" destOrd="0" presId="urn:microsoft.com/office/officeart/2008/layout/LinedList"/>
    <dgm:cxn modelId="{696D2F9F-88AC-4F27-924D-3BE34AC15E60}" type="presParOf" srcId="{F4589800-4ED4-4E86-97F9-70998DE7C9C3}" destId="{BF65A7A9-E4BD-4604-BCF2-1C2C86C9EADD}" srcOrd="1" destOrd="0" presId="urn:microsoft.com/office/officeart/2008/layout/LinedList"/>
    <dgm:cxn modelId="{7F3223CF-159E-4877-9FD5-8AB30985633D}" type="presParOf" srcId="{BF65A7A9-E4BD-4604-BCF2-1C2C86C9EADD}" destId="{D4EE4A34-1641-44DB-B3ED-BA5DD485023D}" srcOrd="0" destOrd="0" presId="urn:microsoft.com/office/officeart/2008/layout/LinedList"/>
    <dgm:cxn modelId="{A70F57F8-FB26-4076-919F-A90DF58FE435}" type="presParOf" srcId="{BF65A7A9-E4BD-4604-BCF2-1C2C86C9EADD}" destId="{0AF967CA-01A7-4086-8D1B-6C4D3B23206E}" srcOrd="1" destOrd="0" presId="urn:microsoft.com/office/officeart/2008/layout/LinedList"/>
    <dgm:cxn modelId="{9A7DBD37-E233-46EE-BD6D-F71C68CCE29B}" type="presParOf" srcId="{F4589800-4ED4-4E86-97F9-70998DE7C9C3}" destId="{F5BD0B3D-7897-405E-99B9-B55B0F2D0194}" srcOrd="2" destOrd="0" presId="urn:microsoft.com/office/officeart/2008/layout/LinedList"/>
    <dgm:cxn modelId="{345749A5-ED41-4E28-9749-B6D62745B29D}" type="presParOf" srcId="{F4589800-4ED4-4E86-97F9-70998DE7C9C3}" destId="{C3444EE8-4C45-4A37-9F9D-A6EBD208F789}" srcOrd="3" destOrd="0" presId="urn:microsoft.com/office/officeart/2008/layout/LinedList"/>
    <dgm:cxn modelId="{3E462E37-D363-48A5-AEEA-7CBCAEB5D584}" type="presParOf" srcId="{C3444EE8-4C45-4A37-9F9D-A6EBD208F789}" destId="{EA2AC9A6-4414-40C6-ABBB-9767EFBFA76A}" srcOrd="0" destOrd="0" presId="urn:microsoft.com/office/officeart/2008/layout/LinedList"/>
    <dgm:cxn modelId="{E5B6A6B6-5A32-4338-A1D5-7F43E3CE1283}" type="presParOf" srcId="{C3444EE8-4C45-4A37-9F9D-A6EBD208F789}" destId="{E92CE7A6-079D-4A51-B228-FD5D3EE6568E}" srcOrd="1" destOrd="0" presId="urn:microsoft.com/office/officeart/2008/layout/LinedList"/>
    <dgm:cxn modelId="{4B73AC80-5858-449F-AC8E-68383646C226}" type="presParOf" srcId="{F4589800-4ED4-4E86-97F9-70998DE7C9C3}" destId="{82CE1AF6-8BC8-4DC6-A634-C4B9DFB99A6D}" srcOrd="4" destOrd="0" presId="urn:microsoft.com/office/officeart/2008/layout/LinedList"/>
    <dgm:cxn modelId="{BA9826FD-2DB6-4A99-B9AF-BA3B4127747B}" type="presParOf" srcId="{F4589800-4ED4-4E86-97F9-70998DE7C9C3}" destId="{2DDAB7BB-8D90-4CFD-A81A-776CFE5AFDA6}" srcOrd="5" destOrd="0" presId="urn:microsoft.com/office/officeart/2008/layout/LinedList"/>
    <dgm:cxn modelId="{F2220C32-8106-4696-8DAF-B0CE9608D75C}" type="presParOf" srcId="{2DDAB7BB-8D90-4CFD-A81A-776CFE5AFDA6}" destId="{B65862BD-64F7-4D19-BF2C-223C37A0BB86}" srcOrd="0" destOrd="0" presId="urn:microsoft.com/office/officeart/2008/layout/LinedList"/>
    <dgm:cxn modelId="{F63527AF-E270-490C-94DB-76B4E1439F6C}" type="presParOf" srcId="{2DDAB7BB-8D90-4CFD-A81A-776CFE5AFDA6}" destId="{F6B05324-26CB-4D05-8177-B2A8FD0CF0EE}" srcOrd="1" destOrd="0" presId="urn:microsoft.com/office/officeart/2008/layout/LinedList"/>
    <dgm:cxn modelId="{F28080A8-861C-4E47-AA36-25497239ED19}" type="presParOf" srcId="{F4589800-4ED4-4E86-97F9-70998DE7C9C3}" destId="{3498CF9B-E900-420C-BE7E-48E0EB4F61F9}" srcOrd="6" destOrd="0" presId="urn:microsoft.com/office/officeart/2008/layout/LinedList"/>
    <dgm:cxn modelId="{D4532851-AC1B-4F24-B07A-BE5F6B81432E}" type="presParOf" srcId="{F4589800-4ED4-4E86-97F9-70998DE7C9C3}" destId="{7D576933-39C4-4A4F-810D-D5B2A3B63FEB}" srcOrd="7" destOrd="0" presId="urn:microsoft.com/office/officeart/2008/layout/LinedList"/>
    <dgm:cxn modelId="{FEC73CEB-C54B-4CFC-AC0B-36A0BDFC2FFB}" type="presParOf" srcId="{7D576933-39C4-4A4F-810D-D5B2A3B63FEB}" destId="{A49D8246-D76C-4466-822E-EAEEBECFA0B5}" srcOrd="0" destOrd="0" presId="urn:microsoft.com/office/officeart/2008/layout/LinedList"/>
    <dgm:cxn modelId="{247F78F0-03C4-4D89-B185-EA118CAD8BC7}" type="presParOf" srcId="{7D576933-39C4-4A4F-810D-D5B2A3B63FEB}" destId="{2281DBB3-D21F-4264-A818-3C798662264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F74AD9-B465-49EC-90E6-07EF67F7C75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A9484BC-F70C-4F4B-BB95-45909CB33B16}">
      <dgm:prSet/>
      <dgm:spPr/>
      <dgm:t>
        <a:bodyPr/>
        <a:lstStyle/>
        <a:p>
          <a:r>
            <a:rPr lang="en-US"/>
            <a:t>Discourse analysis is an approach to the analysis of qualitative data that focuses on the implied meaning of the text or image rather than its explicit content. </a:t>
          </a:r>
        </a:p>
      </dgm:t>
    </dgm:pt>
    <dgm:pt modelId="{872FEC88-A613-4D64-9CE5-A20D01663D9F}" type="parTrans" cxnId="{D0923074-B1A9-435C-80EE-8847B3855CE7}">
      <dgm:prSet/>
      <dgm:spPr/>
      <dgm:t>
        <a:bodyPr/>
        <a:lstStyle/>
        <a:p>
          <a:endParaRPr lang="en-US"/>
        </a:p>
      </dgm:t>
    </dgm:pt>
    <dgm:pt modelId="{DDE72CEC-E314-46B6-A90D-9A31F035FEE7}" type="sibTrans" cxnId="{D0923074-B1A9-435C-80EE-8847B3855CE7}">
      <dgm:prSet/>
      <dgm:spPr/>
      <dgm:t>
        <a:bodyPr/>
        <a:lstStyle/>
        <a:p>
          <a:endParaRPr lang="en-US"/>
        </a:p>
      </dgm:t>
    </dgm:pt>
    <dgm:pt modelId="{D489F784-AC3D-46D7-9F5A-3B3C21F136D8}">
      <dgm:prSet/>
      <dgm:spPr/>
      <dgm:t>
        <a:bodyPr/>
        <a:lstStyle/>
        <a:p>
          <a:r>
            <a:rPr lang="en-US"/>
            <a:t>It is based on the premise that words and pictures are used not simply to depict reality; they are used instead as a way of creating and sustaining reality.</a:t>
          </a:r>
        </a:p>
      </dgm:t>
    </dgm:pt>
    <dgm:pt modelId="{CD2AC62D-E7BC-402D-807E-B43EFC100747}" type="parTrans" cxnId="{574CA8F9-ED75-40AC-A640-F80DD8A2EF64}">
      <dgm:prSet/>
      <dgm:spPr/>
      <dgm:t>
        <a:bodyPr/>
        <a:lstStyle/>
        <a:p>
          <a:endParaRPr lang="en-US"/>
        </a:p>
      </dgm:t>
    </dgm:pt>
    <dgm:pt modelId="{382F88A1-EC83-4143-AE71-27535D4F2707}" type="sibTrans" cxnId="{574CA8F9-ED75-40AC-A640-F80DD8A2EF64}">
      <dgm:prSet/>
      <dgm:spPr/>
      <dgm:t>
        <a:bodyPr/>
        <a:lstStyle/>
        <a:p>
          <a:endParaRPr lang="en-US"/>
        </a:p>
      </dgm:t>
    </dgm:pt>
    <dgm:pt modelId="{701E8B93-78AA-4FDF-B540-E78F8E58706A}" type="pres">
      <dgm:prSet presAssocID="{A0F74AD9-B465-49EC-90E6-07EF67F7C750}" presName="linear" presStyleCnt="0">
        <dgm:presLayoutVars>
          <dgm:animLvl val="lvl"/>
          <dgm:resizeHandles val="exact"/>
        </dgm:presLayoutVars>
      </dgm:prSet>
      <dgm:spPr/>
    </dgm:pt>
    <dgm:pt modelId="{FECA1668-F516-4652-B6EF-D5952600ECAD}" type="pres">
      <dgm:prSet presAssocID="{1A9484BC-F70C-4F4B-BB95-45909CB33B1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F6E6D20-993F-4728-996D-D89A5A9CE973}" type="pres">
      <dgm:prSet presAssocID="{DDE72CEC-E314-46B6-A90D-9A31F035FEE7}" presName="spacer" presStyleCnt="0"/>
      <dgm:spPr/>
    </dgm:pt>
    <dgm:pt modelId="{26D2C5E5-AA52-48D3-BEDC-691CF9EA8D2E}" type="pres">
      <dgm:prSet presAssocID="{D489F784-AC3D-46D7-9F5A-3B3C21F136D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644CA10-F948-4B2C-8075-3CC232BD2072}" type="presOf" srcId="{1A9484BC-F70C-4F4B-BB95-45909CB33B16}" destId="{FECA1668-F516-4652-B6EF-D5952600ECAD}" srcOrd="0" destOrd="0" presId="urn:microsoft.com/office/officeart/2005/8/layout/vList2"/>
    <dgm:cxn modelId="{16C55E23-E0AF-4EBB-B3E1-773B348F3CE3}" type="presOf" srcId="{D489F784-AC3D-46D7-9F5A-3B3C21F136D8}" destId="{26D2C5E5-AA52-48D3-BEDC-691CF9EA8D2E}" srcOrd="0" destOrd="0" presId="urn:microsoft.com/office/officeart/2005/8/layout/vList2"/>
    <dgm:cxn modelId="{D0923074-B1A9-435C-80EE-8847B3855CE7}" srcId="{A0F74AD9-B465-49EC-90E6-07EF67F7C750}" destId="{1A9484BC-F70C-4F4B-BB95-45909CB33B16}" srcOrd="0" destOrd="0" parTransId="{872FEC88-A613-4D64-9CE5-A20D01663D9F}" sibTransId="{DDE72CEC-E314-46B6-A90D-9A31F035FEE7}"/>
    <dgm:cxn modelId="{9BAAD5B8-5264-4955-A80E-DD4C05602065}" type="presOf" srcId="{A0F74AD9-B465-49EC-90E6-07EF67F7C750}" destId="{701E8B93-78AA-4FDF-B540-E78F8E58706A}" srcOrd="0" destOrd="0" presId="urn:microsoft.com/office/officeart/2005/8/layout/vList2"/>
    <dgm:cxn modelId="{574CA8F9-ED75-40AC-A640-F80DD8A2EF64}" srcId="{A0F74AD9-B465-49EC-90E6-07EF67F7C750}" destId="{D489F784-AC3D-46D7-9F5A-3B3C21F136D8}" srcOrd="1" destOrd="0" parTransId="{CD2AC62D-E7BC-402D-807E-B43EFC100747}" sibTransId="{382F88A1-EC83-4143-AE71-27535D4F2707}"/>
    <dgm:cxn modelId="{AA697AF5-E5A0-448E-87FD-6A91A717A59E}" type="presParOf" srcId="{701E8B93-78AA-4FDF-B540-E78F8E58706A}" destId="{FECA1668-F516-4652-B6EF-D5952600ECAD}" srcOrd="0" destOrd="0" presId="urn:microsoft.com/office/officeart/2005/8/layout/vList2"/>
    <dgm:cxn modelId="{252A1A04-1236-4ADA-9ABD-AC5A47CEED0C}" type="presParOf" srcId="{701E8B93-78AA-4FDF-B540-E78F8E58706A}" destId="{DF6E6D20-993F-4728-996D-D89A5A9CE973}" srcOrd="1" destOrd="0" presId="urn:microsoft.com/office/officeart/2005/8/layout/vList2"/>
    <dgm:cxn modelId="{D5AB9485-0F65-4201-A6DD-D32E31D43AC6}" type="presParOf" srcId="{701E8B93-78AA-4FDF-B540-E78F8E58706A}" destId="{26D2C5E5-AA52-48D3-BEDC-691CF9EA8D2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FFAF1D-4086-432E-B2CA-BB42B5A7C7A8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33CB35-EB95-497D-AD15-30AE1A5E166A}">
      <dgm:prSet/>
      <dgm:spPr/>
      <dgm:t>
        <a:bodyPr/>
        <a:lstStyle/>
        <a:p>
          <a:r>
            <a:rPr lang="en-US"/>
            <a:t>Discourse analysis involves a </a:t>
          </a:r>
          <a:r>
            <a:rPr lang="en-US" b="1"/>
            <a:t>‘deconstruction’ </a:t>
          </a:r>
          <a:r>
            <a:rPr lang="en-US"/>
            <a:t>of the data in order to expose the ways in which text or visual images do the work of creating or sustaining particular aspects of social life. </a:t>
          </a:r>
        </a:p>
      </dgm:t>
    </dgm:pt>
    <dgm:pt modelId="{778546E9-B942-44C2-8CFC-DF265ABB22EF}" type="parTrans" cxnId="{49F678A7-56DB-4898-BC8C-1CBC8BAD3AFF}">
      <dgm:prSet/>
      <dgm:spPr/>
      <dgm:t>
        <a:bodyPr/>
        <a:lstStyle/>
        <a:p>
          <a:endParaRPr lang="en-US"/>
        </a:p>
      </dgm:t>
    </dgm:pt>
    <dgm:pt modelId="{1638CC80-B5DC-4858-A3B1-9E9F37391D85}" type="sibTrans" cxnId="{49F678A7-56DB-4898-BC8C-1CBC8BAD3AFF}">
      <dgm:prSet/>
      <dgm:spPr/>
      <dgm:t>
        <a:bodyPr/>
        <a:lstStyle/>
        <a:p>
          <a:endParaRPr lang="en-US"/>
        </a:p>
      </dgm:t>
    </dgm:pt>
    <dgm:pt modelId="{2A0EA09F-84DD-4BE2-BD7D-0CF4D4C5576F}">
      <dgm:prSet/>
      <dgm:spPr/>
      <dgm:t>
        <a:bodyPr/>
        <a:lstStyle/>
        <a:p>
          <a:r>
            <a:rPr lang="en-US"/>
            <a:t>This approach is familiar within the fields of social psychology, sociology and linguistics and is used in relation to a wide range of social research areas including, for example, cultural studies, marketing (especially advertising), education and feminist studies.</a:t>
          </a:r>
        </a:p>
      </dgm:t>
    </dgm:pt>
    <dgm:pt modelId="{EAA244E6-0852-4A09-8221-E4892154598F}" type="parTrans" cxnId="{891FADC4-0049-4608-A903-6FCF1668B6A4}">
      <dgm:prSet/>
      <dgm:spPr/>
      <dgm:t>
        <a:bodyPr/>
        <a:lstStyle/>
        <a:p>
          <a:endParaRPr lang="en-US"/>
        </a:p>
      </dgm:t>
    </dgm:pt>
    <dgm:pt modelId="{7B26B406-7AA1-432C-B27B-5194C521F418}" type="sibTrans" cxnId="{891FADC4-0049-4608-A903-6FCF1668B6A4}">
      <dgm:prSet/>
      <dgm:spPr/>
      <dgm:t>
        <a:bodyPr/>
        <a:lstStyle/>
        <a:p>
          <a:endParaRPr lang="en-US"/>
        </a:p>
      </dgm:t>
    </dgm:pt>
    <dgm:pt modelId="{8EC8924C-0725-4251-8159-68F365C60E9E}" type="pres">
      <dgm:prSet presAssocID="{32FFAF1D-4086-432E-B2CA-BB42B5A7C7A8}" presName="vert0" presStyleCnt="0">
        <dgm:presLayoutVars>
          <dgm:dir/>
          <dgm:animOne val="branch"/>
          <dgm:animLvl val="lvl"/>
        </dgm:presLayoutVars>
      </dgm:prSet>
      <dgm:spPr/>
    </dgm:pt>
    <dgm:pt modelId="{08FC343D-7769-403B-8DCF-7952BA4B9E2F}" type="pres">
      <dgm:prSet presAssocID="{0C33CB35-EB95-497D-AD15-30AE1A5E166A}" presName="thickLine" presStyleLbl="alignNode1" presStyleIdx="0" presStyleCnt="2"/>
      <dgm:spPr/>
    </dgm:pt>
    <dgm:pt modelId="{16B7CB3B-8EB4-4EC5-B84D-6891A5AB126C}" type="pres">
      <dgm:prSet presAssocID="{0C33CB35-EB95-497D-AD15-30AE1A5E166A}" presName="horz1" presStyleCnt="0"/>
      <dgm:spPr/>
    </dgm:pt>
    <dgm:pt modelId="{6127FC66-3717-4F24-B61D-C6268B9765B8}" type="pres">
      <dgm:prSet presAssocID="{0C33CB35-EB95-497D-AD15-30AE1A5E166A}" presName="tx1" presStyleLbl="revTx" presStyleIdx="0" presStyleCnt="2"/>
      <dgm:spPr/>
    </dgm:pt>
    <dgm:pt modelId="{161E425C-897C-4059-B08A-AEC6875D7037}" type="pres">
      <dgm:prSet presAssocID="{0C33CB35-EB95-497D-AD15-30AE1A5E166A}" presName="vert1" presStyleCnt="0"/>
      <dgm:spPr/>
    </dgm:pt>
    <dgm:pt modelId="{5DEB97FF-EA2F-4E08-9858-109B1A0463F4}" type="pres">
      <dgm:prSet presAssocID="{2A0EA09F-84DD-4BE2-BD7D-0CF4D4C5576F}" presName="thickLine" presStyleLbl="alignNode1" presStyleIdx="1" presStyleCnt="2"/>
      <dgm:spPr/>
    </dgm:pt>
    <dgm:pt modelId="{FCCFB4A2-858D-40F1-AA16-68A34CDF80AA}" type="pres">
      <dgm:prSet presAssocID="{2A0EA09F-84DD-4BE2-BD7D-0CF4D4C5576F}" presName="horz1" presStyleCnt="0"/>
      <dgm:spPr/>
    </dgm:pt>
    <dgm:pt modelId="{AC590146-571D-497C-8EBB-91F734C7E18B}" type="pres">
      <dgm:prSet presAssocID="{2A0EA09F-84DD-4BE2-BD7D-0CF4D4C5576F}" presName="tx1" presStyleLbl="revTx" presStyleIdx="1" presStyleCnt="2"/>
      <dgm:spPr/>
    </dgm:pt>
    <dgm:pt modelId="{517703C7-8E0A-4F6B-9431-30D383278884}" type="pres">
      <dgm:prSet presAssocID="{2A0EA09F-84DD-4BE2-BD7D-0CF4D4C5576F}" presName="vert1" presStyleCnt="0"/>
      <dgm:spPr/>
    </dgm:pt>
  </dgm:ptLst>
  <dgm:cxnLst>
    <dgm:cxn modelId="{3B382305-C6FD-45D1-AE31-7599001AC099}" type="presOf" srcId="{2A0EA09F-84DD-4BE2-BD7D-0CF4D4C5576F}" destId="{AC590146-571D-497C-8EBB-91F734C7E18B}" srcOrd="0" destOrd="0" presId="urn:microsoft.com/office/officeart/2008/layout/LinedList"/>
    <dgm:cxn modelId="{7DF78323-21AF-41FB-84AE-FB515BAC18C4}" type="presOf" srcId="{32FFAF1D-4086-432E-B2CA-BB42B5A7C7A8}" destId="{8EC8924C-0725-4251-8159-68F365C60E9E}" srcOrd="0" destOrd="0" presId="urn:microsoft.com/office/officeart/2008/layout/LinedList"/>
    <dgm:cxn modelId="{74922B27-31E0-41E0-8E8F-B44D0AA6F2B3}" type="presOf" srcId="{0C33CB35-EB95-497D-AD15-30AE1A5E166A}" destId="{6127FC66-3717-4F24-B61D-C6268B9765B8}" srcOrd="0" destOrd="0" presId="urn:microsoft.com/office/officeart/2008/layout/LinedList"/>
    <dgm:cxn modelId="{49F678A7-56DB-4898-BC8C-1CBC8BAD3AFF}" srcId="{32FFAF1D-4086-432E-B2CA-BB42B5A7C7A8}" destId="{0C33CB35-EB95-497D-AD15-30AE1A5E166A}" srcOrd="0" destOrd="0" parTransId="{778546E9-B942-44C2-8CFC-DF265ABB22EF}" sibTransId="{1638CC80-B5DC-4858-A3B1-9E9F37391D85}"/>
    <dgm:cxn modelId="{891FADC4-0049-4608-A903-6FCF1668B6A4}" srcId="{32FFAF1D-4086-432E-B2CA-BB42B5A7C7A8}" destId="{2A0EA09F-84DD-4BE2-BD7D-0CF4D4C5576F}" srcOrd="1" destOrd="0" parTransId="{EAA244E6-0852-4A09-8221-E4892154598F}" sibTransId="{7B26B406-7AA1-432C-B27B-5194C521F418}"/>
    <dgm:cxn modelId="{EDE968DF-DBCA-48BE-BD9E-3609582F7477}" type="presParOf" srcId="{8EC8924C-0725-4251-8159-68F365C60E9E}" destId="{08FC343D-7769-403B-8DCF-7952BA4B9E2F}" srcOrd="0" destOrd="0" presId="urn:microsoft.com/office/officeart/2008/layout/LinedList"/>
    <dgm:cxn modelId="{78C13727-3C87-4956-A3C2-1E51630950EE}" type="presParOf" srcId="{8EC8924C-0725-4251-8159-68F365C60E9E}" destId="{16B7CB3B-8EB4-4EC5-B84D-6891A5AB126C}" srcOrd="1" destOrd="0" presId="urn:microsoft.com/office/officeart/2008/layout/LinedList"/>
    <dgm:cxn modelId="{B9BEBAE5-5010-4403-B475-C0319382797B}" type="presParOf" srcId="{16B7CB3B-8EB4-4EC5-B84D-6891A5AB126C}" destId="{6127FC66-3717-4F24-B61D-C6268B9765B8}" srcOrd="0" destOrd="0" presId="urn:microsoft.com/office/officeart/2008/layout/LinedList"/>
    <dgm:cxn modelId="{E9D7A742-74BD-4AFE-9420-53FFE5DC8341}" type="presParOf" srcId="{16B7CB3B-8EB4-4EC5-B84D-6891A5AB126C}" destId="{161E425C-897C-4059-B08A-AEC6875D7037}" srcOrd="1" destOrd="0" presId="urn:microsoft.com/office/officeart/2008/layout/LinedList"/>
    <dgm:cxn modelId="{0B98500A-CBB5-4D87-BA26-90C34C6F7A2B}" type="presParOf" srcId="{8EC8924C-0725-4251-8159-68F365C60E9E}" destId="{5DEB97FF-EA2F-4E08-9858-109B1A0463F4}" srcOrd="2" destOrd="0" presId="urn:microsoft.com/office/officeart/2008/layout/LinedList"/>
    <dgm:cxn modelId="{EFB85D8D-67B1-45FF-9E85-F85BCE385CDD}" type="presParOf" srcId="{8EC8924C-0725-4251-8159-68F365C60E9E}" destId="{FCCFB4A2-858D-40F1-AA16-68A34CDF80AA}" srcOrd="3" destOrd="0" presId="urn:microsoft.com/office/officeart/2008/layout/LinedList"/>
    <dgm:cxn modelId="{60B15318-0BC9-4678-9AD2-6DA326962E74}" type="presParOf" srcId="{FCCFB4A2-858D-40F1-AA16-68A34CDF80AA}" destId="{AC590146-571D-497C-8EBB-91F734C7E18B}" srcOrd="0" destOrd="0" presId="urn:microsoft.com/office/officeart/2008/layout/LinedList"/>
    <dgm:cxn modelId="{B871721A-3264-4E37-9D94-61C26F489E14}" type="presParOf" srcId="{FCCFB4A2-858D-40F1-AA16-68A34CDF80AA}" destId="{517703C7-8E0A-4F6B-9431-30D3832788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951EE4-710C-49C3-986D-7000379C424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793DE54-DAF1-426C-A07E-E603089D37B1}">
      <dgm:prSet/>
      <dgm:spPr/>
      <dgm:t>
        <a:bodyPr/>
        <a:lstStyle/>
        <a:p>
          <a:r>
            <a:rPr lang="en-US"/>
            <a:t>Conversation analysis is often considered to be a variant of discourse analysis because it focuses attention on how things get done through language use. </a:t>
          </a:r>
        </a:p>
      </dgm:t>
    </dgm:pt>
    <dgm:pt modelId="{013AE22C-B5FE-4960-98DF-B5D04D48F452}" type="parTrans" cxnId="{D59006EA-1565-4F2F-985B-E70C65CA6515}">
      <dgm:prSet/>
      <dgm:spPr/>
      <dgm:t>
        <a:bodyPr/>
        <a:lstStyle/>
        <a:p>
          <a:endParaRPr lang="en-US"/>
        </a:p>
      </dgm:t>
    </dgm:pt>
    <dgm:pt modelId="{BB344A92-2DCD-469A-AB64-7D71994386AD}" type="sibTrans" cxnId="{D59006EA-1565-4F2F-985B-E70C65CA6515}">
      <dgm:prSet/>
      <dgm:spPr/>
      <dgm:t>
        <a:bodyPr/>
        <a:lstStyle/>
        <a:p>
          <a:endParaRPr lang="en-US"/>
        </a:p>
      </dgm:t>
    </dgm:pt>
    <dgm:pt modelId="{41C2082F-4B44-4221-B1F4-6DB16B2038B6}">
      <dgm:prSet/>
      <dgm:spPr/>
      <dgm:t>
        <a:bodyPr/>
        <a:lstStyle/>
        <a:p>
          <a:r>
            <a:rPr lang="en-US"/>
            <a:t>In this instance, researchers look at naturally occurring talk and the way that routine aspects of everyday life get accomplished through language.</a:t>
          </a:r>
        </a:p>
      </dgm:t>
    </dgm:pt>
    <dgm:pt modelId="{06AF7D8B-85E0-487C-8754-072E99C7B842}" type="parTrans" cxnId="{CE700C4B-B9E6-4A93-8C75-FB2C7FB18E08}">
      <dgm:prSet/>
      <dgm:spPr/>
      <dgm:t>
        <a:bodyPr/>
        <a:lstStyle/>
        <a:p>
          <a:endParaRPr lang="en-US"/>
        </a:p>
      </dgm:t>
    </dgm:pt>
    <dgm:pt modelId="{8761EFD4-7E72-4E3C-942F-2D787885312A}" type="sibTrans" cxnId="{CE700C4B-B9E6-4A93-8C75-FB2C7FB18E08}">
      <dgm:prSet/>
      <dgm:spPr/>
      <dgm:t>
        <a:bodyPr/>
        <a:lstStyle/>
        <a:p>
          <a:endParaRPr lang="en-US"/>
        </a:p>
      </dgm:t>
    </dgm:pt>
    <dgm:pt modelId="{7901F928-E446-44F7-ADE2-6DA09DA3B1B7}" type="pres">
      <dgm:prSet presAssocID="{97951EE4-710C-49C3-986D-7000379C4241}" presName="linear" presStyleCnt="0">
        <dgm:presLayoutVars>
          <dgm:animLvl val="lvl"/>
          <dgm:resizeHandles val="exact"/>
        </dgm:presLayoutVars>
      </dgm:prSet>
      <dgm:spPr/>
    </dgm:pt>
    <dgm:pt modelId="{702B6C7C-CB32-4928-A474-30C3DCA98199}" type="pres">
      <dgm:prSet presAssocID="{9793DE54-DAF1-426C-A07E-E603089D37B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8284047-5307-463A-A5C1-C051D998AF9F}" type="pres">
      <dgm:prSet presAssocID="{BB344A92-2DCD-469A-AB64-7D71994386AD}" presName="spacer" presStyleCnt="0"/>
      <dgm:spPr/>
    </dgm:pt>
    <dgm:pt modelId="{0F091DD9-F425-46CA-AF05-CD15297AA560}" type="pres">
      <dgm:prSet presAssocID="{41C2082F-4B44-4221-B1F4-6DB16B2038B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E700C4B-B9E6-4A93-8C75-FB2C7FB18E08}" srcId="{97951EE4-710C-49C3-986D-7000379C4241}" destId="{41C2082F-4B44-4221-B1F4-6DB16B2038B6}" srcOrd="1" destOrd="0" parTransId="{06AF7D8B-85E0-487C-8754-072E99C7B842}" sibTransId="{8761EFD4-7E72-4E3C-942F-2D787885312A}"/>
    <dgm:cxn modelId="{AFF4696C-B2AA-4643-9C60-12A2791EA6AF}" type="presOf" srcId="{9793DE54-DAF1-426C-A07E-E603089D37B1}" destId="{702B6C7C-CB32-4928-A474-30C3DCA98199}" srcOrd="0" destOrd="0" presId="urn:microsoft.com/office/officeart/2005/8/layout/vList2"/>
    <dgm:cxn modelId="{CBD7F5B8-84E1-4649-AD63-BF9B2A19D72F}" type="presOf" srcId="{97951EE4-710C-49C3-986D-7000379C4241}" destId="{7901F928-E446-44F7-ADE2-6DA09DA3B1B7}" srcOrd="0" destOrd="0" presId="urn:microsoft.com/office/officeart/2005/8/layout/vList2"/>
    <dgm:cxn modelId="{D59006EA-1565-4F2F-985B-E70C65CA6515}" srcId="{97951EE4-710C-49C3-986D-7000379C4241}" destId="{9793DE54-DAF1-426C-A07E-E603089D37B1}" srcOrd="0" destOrd="0" parTransId="{013AE22C-B5FE-4960-98DF-B5D04D48F452}" sibTransId="{BB344A92-2DCD-469A-AB64-7D71994386AD}"/>
    <dgm:cxn modelId="{4D5D95F0-B340-442E-8C34-80D519080CF6}" type="presOf" srcId="{41C2082F-4B44-4221-B1F4-6DB16B2038B6}" destId="{0F091DD9-F425-46CA-AF05-CD15297AA560}" srcOrd="0" destOrd="0" presId="urn:microsoft.com/office/officeart/2005/8/layout/vList2"/>
    <dgm:cxn modelId="{52DA4713-F08C-41D7-B333-B0B716DF94B6}" type="presParOf" srcId="{7901F928-E446-44F7-ADE2-6DA09DA3B1B7}" destId="{702B6C7C-CB32-4928-A474-30C3DCA98199}" srcOrd="0" destOrd="0" presId="urn:microsoft.com/office/officeart/2005/8/layout/vList2"/>
    <dgm:cxn modelId="{E01B5271-3174-4283-B18D-BCF1FBEE7ED9}" type="presParOf" srcId="{7901F928-E446-44F7-ADE2-6DA09DA3B1B7}" destId="{B8284047-5307-463A-A5C1-C051D998AF9F}" srcOrd="1" destOrd="0" presId="urn:microsoft.com/office/officeart/2005/8/layout/vList2"/>
    <dgm:cxn modelId="{85B3789E-4977-4C6E-A6E2-E8A0FF7FF567}" type="presParOf" srcId="{7901F928-E446-44F7-ADE2-6DA09DA3B1B7}" destId="{0F091DD9-F425-46CA-AF05-CD15297AA56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0A0134-770C-4648-B72C-A71E2C15FAA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703A0D8-4832-44AC-8BAC-B7148AA37C2B}">
      <dgm:prSet/>
      <dgm:spPr/>
      <dgm:t>
        <a:bodyPr/>
        <a:lstStyle/>
        <a:p>
          <a:r>
            <a:rPr lang="en-US"/>
            <a:t>A narrative relates to a story. A story can be told in many forms; in writing through books and in speech through interviews, as well as a whole host of other mediums perhaps less commonly used as sources of data by social researchers such as visual images, music and drama.</a:t>
          </a:r>
        </a:p>
      </dgm:t>
    </dgm:pt>
    <dgm:pt modelId="{D4081EC9-11AB-42C8-9F1F-0A6C6506E550}" type="parTrans" cxnId="{1B48B1D8-4BF6-4EF3-B7C2-62182BF212DE}">
      <dgm:prSet/>
      <dgm:spPr/>
      <dgm:t>
        <a:bodyPr/>
        <a:lstStyle/>
        <a:p>
          <a:endParaRPr lang="en-US"/>
        </a:p>
      </dgm:t>
    </dgm:pt>
    <dgm:pt modelId="{3E0EDE26-29DD-405A-B8C6-9B8C4B5170C4}" type="sibTrans" cxnId="{1B48B1D8-4BF6-4EF3-B7C2-62182BF212DE}">
      <dgm:prSet/>
      <dgm:spPr/>
      <dgm:t>
        <a:bodyPr/>
        <a:lstStyle/>
        <a:p>
          <a:endParaRPr lang="en-US"/>
        </a:p>
      </dgm:t>
    </dgm:pt>
    <dgm:pt modelId="{06C51D15-2B37-4716-B74A-CF8B8FBB39C2}">
      <dgm:prSet/>
      <dgm:spPr/>
      <dgm:t>
        <a:bodyPr/>
        <a:lstStyle/>
        <a:p>
          <a:r>
            <a:rPr lang="en-US"/>
            <a:t>Treated as a narrative, though, the story needs to have certain properties (Reissman 2003, 2008; Elliott 2005: Andrews et al. 2008).</a:t>
          </a:r>
        </a:p>
      </dgm:t>
    </dgm:pt>
    <dgm:pt modelId="{DDE7FD2F-F043-4810-B5C6-9E14F457124F}" type="parTrans" cxnId="{7591A531-DF6B-441B-9ED6-AAA19CD36460}">
      <dgm:prSet/>
      <dgm:spPr/>
      <dgm:t>
        <a:bodyPr/>
        <a:lstStyle/>
        <a:p>
          <a:endParaRPr lang="en-US"/>
        </a:p>
      </dgm:t>
    </dgm:pt>
    <dgm:pt modelId="{837A0AB2-78F4-4AFB-9241-84DEAC304EFE}" type="sibTrans" cxnId="{7591A531-DF6B-441B-9ED6-AAA19CD36460}">
      <dgm:prSet/>
      <dgm:spPr/>
      <dgm:t>
        <a:bodyPr/>
        <a:lstStyle/>
        <a:p>
          <a:endParaRPr lang="en-US"/>
        </a:p>
      </dgm:t>
    </dgm:pt>
    <dgm:pt modelId="{094F7546-6A00-4812-A105-B26A7A4AB3E5}" type="pres">
      <dgm:prSet presAssocID="{5B0A0134-770C-4648-B72C-A71E2C15FAAC}" presName="linear" presStyleCnt="0">
        <dgm:presLayoutVars>
          <dgm:animLvl val="lvl"/>
          <dgm:resizeHandles val="exact"/>
        </dgm:presLayoutVars>
      </dgm:prSet>
      <dgm:spPr/>
    </dgm:pt>
    <dgm:pt modelId="{9513C10C-146D-451F-AF08-96C16B695716}" type="pres">
      <dgm:prSet presAssocID="{A703A0D8-4832-44AC-8BAC-B7148AA37C2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7039378-C8A6-4143-962C-55CC0E9B39B6}" type="pres">
      <dgm:prSet presAssocID="{3E0EDE26-29DD-405A-B8C6-9B8C4B5170C4}" presName="spacer" presStyleCnt="0"/>
      <dgm:spPr/>
    </dgm:pt>
    <dgm:pt modelId="{535E2373-A00B-4433-8D2B-AB263CB1B07F}" type="pres">
      <dgm:prSet presAssocID="{06C51D15-2B37-4716-B74A-CF8B8FBB39C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6EDF026-16FC-4166-BCF1-19EB1B5D8A6C}" type="presOf" srcId="{06C51D15-2B37-4716-B74A-CF8B8FBB39C2}" destId="{535E2373-A00B-4433-8D2B-AB263CB1B07F}" srcOrd="0" destOrd="0" presId="urn:microsoft.com/office/officeart/2005/8/layout/vList2"/>
    <dgm:cxn modelId="{7591A531-DF6B-441B-9ED6-AAA19CD36460}" srcId="{5B0A0134-770C-4648-B72C-A71E2C15FAAC}" destId="{06C51D15-2B37-4716-B74A-CF8B8FBB39C2}" srcOrd="1" destOrd="0" parTransId="{DDE7FD2F-F043-4810-B5C6-9E14F457124F}" sibTransId="{837A0AB2-78F4-4AFB-9241-84DEAC304EFE}"/>
    <dgm:cxn modelId="{DD83E9B2-5A8A-4BE5-A95A-9A10DF87682C}" type="presOf" srcId="{A703A0D8-4832-44AC-8BAC-B7148AA37C2B}" destId="{9513C10C-146D-451F-AF08-96C16B695716}" srcOrd="0" destOrd="0" presId="urn:microsoft.com/office/officeart/2005/8/layout/vList2"/>
    <dgm:cxn modelId="{762E95B3-0557-4547-87C9-02440D316259}" type="presOf" srcId="{5B0A0134-770C-4648-B72C-A71E2C15FAAC}" destId="{094F7546-6A00-4812-A105-B26A7A4AB3E5}" srcOrd="0" destOrd="0" presId="urn:microsoft.com/office/officeart/2005/8/layout/vList2"/>
    <dgm:cxn modelId="{1B48B1D8-4BF6-4EF3-B7C2-62182BF212DE}" srcId="{5B0A0134-770C-4648-B72C-A71E2C15FAAC}" destId="{A703A0D8-4832-44AC-8BAC-B7148AA37C2B}" srcOrd="0" destOrd="0" parTransId="{D4081EC9-11AB-42C8-9F1F-0A6C6506E550}" sibTransId="{3E0EDE26-29DD-405A-B8C6-9B8C4B5170C4}"/>
    <dgm:cxn modelId="{F24260E3-E5EF-497C-8950-134B2F27CD6E}" type="presParOf" srcId="{094F7546-6A00-4812-A105-B26A7A4AB3E5}" destId="{9513C10C-146D-451F-AF08-96C16B695716}" srcOrd="0" destOrd="0" presId="urn:microsoft.com/office/officeart/2005/8/layout/vList2"/>
    <dgm:cxn modelId="{DB612433-0302-49AA-A16A-2E8A33962D64}" type="presParOf" srcId="{094F7546-6A00-4812-A105-B26A7A4AB3E5}" destId="{77039378-C8A6-4143-962C-55CC0E9B39B6}" srcOrd="1" destOrd="0" presId="urn:microsoft.com/office/officeart/2005/8/layout/vList2"/>
    <dgm:cxn modelId="{FF1CD588-5E85-47F0-9FF7-4E2B7843ABB0}" type="presParOf" srcId="{094F7546-6A00-4812-A105-B26A7A4AB3E5}" destId="{535E2373-A00B-4433-8D2B-AB263CB1B07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806AC1F-916B-4543-AA8A-7FE51119F33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C524651-360A-4DEC-BE55-C65BF8B43E41}">
      <dgm:prSet/>
      <dgm:spPr/>
      <dgm:t>
        <a:bodyPr/>
        <a:lstStyle/>
        <a:p>
          <a:r>
            <a:rPr lang="en-US" b="0" i="0"/>
            <a:t>Thematic analysis is a qualitative analysis method used in the social sciences to identify and present </a:t>
          </a:r>
          <a:r>
            <a:rPr lang="en-US" i="0"/>
            <a:t>recurring patterns or themes in data</a:t>
          </a:r>
          <a:r>
            <a:rPr lang="en-US" b="0" i="0"/>
            <a:t>.</a:t>
          </a:r>
          <a:endParaRPr lang="en-US"/>
        </a:p>
      </dgm:t>
    </dgm:pt>
    <dgm:pt modelId="{5CE79EED-FE4A-43E2-967B-2847E082AE85}" type="parTrans" cxnId="{972F45F7-208E-423D-A43A-F1B63BA12E79}">
      <dgm:prSet/>
      <dgm:spPr/>
      <dgm:t>
        <a:bodyPr/>
        <a:lstStyle/>
        <a:p>
          <a:endParaRPr lang="en-US"/>
        </a:p>
      </dgm:t>
    </dgm:pt>
    <dgm:pt modelId="{E7A89DE6-86D0-43CA-BF30-6069B7C65E28}" type="sibTrans" cxnId="{972F45F7-208E-423D-A43A-F1B63BA12E79}">
      <dgm:prSet/>
      <dgm:spPr/>
      <dgm:t>
        <a:bodyPr/>
        <a:lstStyle/>
        <a:p>
          <a:endParaRPr lang="en-US"/>
        </a:p>
      </dgm:t>
    </dgm:pt>
    <dgm:pt modelId="{87781980-2D0E-4B10-B6F4-1DBCCB0E2D8D}">
      <dgm:prSet/>
      <dgm:spPr/>
      <dgm:t>
        <a:bodyPr/>
        <a:lstStyle/>
        <a:p>
          <a:r>
            <a:rPr lang="en-US" b="0" i="0"/>
            <a:t>It involves careful reading and interpretation of the material to extract meaning and understand different subjects and interpretations.</a:t>
          </a:r>
          <a:endParaRPr lang="en-US"/>
        </a:p>
      </dgm:t>
    </dgm:pt>
    <dgm:pt modelId="{66D623F9-FBF9-4168-BEC8-DC3420F2962E}" type="parTrans" cxnId="{1C22262F-16AC-4E7E-8D74-948D3F1380BB}">
      <dgm:prSet/>
      <dgm:spPr/>
      <dgm:t>
        <a:bodyPr/>
        <a:lstStyle/>
        <a:p>
          <a:endParaRPr lang="en-US"/>
        </a:p>
      </dgm:t>
    </dgm:pt>
    <dgm:pt modelId="{FD84776B-CDFD-45D8-B0E6-248FA9ABCAD6}" type="sibTrans" cxnId="{1C22262F-16AC-4E7E-8D74-948D3F1380BB}">
      <dgm:prSet/>
      <dgm:spPr/>
      <dgm:t>
        <a:bodyPr/>
        <a:lstStyle/>
        <a:p>
          <a:endParaRPr lang="en-US"/>
        </a:p>
      </dgm:t>
    </dgm:pt>
    <dgm:pt modelId="{2B4AED98-9C1E-4E6C-BB09-EBADD0AAB7E2}" type="pres">
      <dgm:prSet presAssocID="{3806AC1F-916B-4543-AA8A-7FE51119F331}" presName="linear" presStyleCnt="0">
        <dgm:presLayoutVars>
          <dgm:animLvl val="lvl"/>
          <dgm:resizeHandles val="exact"/>
        </dgm:presLayoutVars>
      </dgm:prSet>
      <dgm:spPr/>
    </dgm:pt>
    <dgm:pt modelId="{5A2B64D1-06A4-4C7C-A466-5A7F792BF2AF}" type="pres">
      <dgm:prSet presAssocID="{5C524651-360A-4DEC-BE55-C65BF8B43E4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12E86A8-6730-4BB7-B66F-BA6CBF73443C}" type="pres">
      <dgm:prSet presAssocID="{E7A89DE6-86D0-43CA-BF30-6069B7C65E28}" presName="spacer" presStyleCnt="0"/>
      <dgm:spPr/>
    </dgm:pt>
    <dgm:pt modelId="{E7300315-1492-4FCB-86DE-4FBD466BEF7A}" type="pres">
      <dgm:prSet presAssocID="{87781980-2D0E-4B10-B6F4-1DBCCB0E2D8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C22262F-16AC-4E7E-8D74-948D3F1380BB}" srcId="{3806AC1F-916B-4543-AA8A-7FE51119F331}" destId="{87781980-2D0E-4B10-B6F4-1DBCCB0E2D8D}" srcOrd="1" destOrd="0" parTransId="{66D623F9-FBF9-4168-BEC8-DC3420F2962E}" sibTransId="{FD84776B-CDFD-45D8-B0E6-248FA9ABCAD6}"/>
    <dgm:cxn modelId="{3F39ED71-B6EA-4B3F-A0EA-46773D2E4D6E}" type="presOf" srcId="{3806AC1F-916B-4543-AA8A-7FE51119F331}" destId="{2B4AED98-9C1E-4E6C-BB09-EBADD0AAB7E2}" srcOrd="0" destOrd="0" presId="urn:microsoft.com/office/officeart/2005/8/layout/vList2"/>
    <dgm:cxn modelId="{5B48D754-D772-45DC-989F-B4E56FACE4CB}" type="presOf" srcId="{87781980-2D0E-4B10-B6F4-1DBCCB0E2D8D}" destId="{E7300315-1492-4FCB-86DE-4FBD466BEF7A}" srcOrd="0" destOrd="0" presId="urn:microsoft.com/office/officeart/2005/8/layout/vList2"/>
    <dgm:cxn modelId="{A24D66DC-0DE4-4DD3-AAAB-E90691CC500E}" type="presOf" srcId="{5C524651-360A-4DEC-BE55-C65BF8B43E41}" destId="{5A2B64D1-06A4-4C7C-A466-5A7F792BF2AF}" srcOrd="0" destOrd="0" presId="urn:microsoft.com/office/officeart/2005/8/layout/vList2"/>
    <dgm:cxn modelId="{972F45F7-208E-423D-A43A-F1B63BA12E79}" srcId="{3806AC1F-916B-4543-AA8A-7FE51119F331}" destId="{5C524651-360A-4DEC-BE55-C65BF8B43E41}" srcOrd="0" destOrd="0" parTransId="{5CE79EED-FE4A-43E2-967B-2847E082AE85}" sibTransId="{E7A89DE6-86D0-43CA-BF30-6069B7C65E28}"/>
    <dgm:cxn modelId="{BE7C7958-B0B1-40B2-A99B-F3E96389DAAB}" type="presParOf" srcId="{2B4AED98-9C1E-4E6C-BB09-EBADD0AAB7E2}" destId="{5A2B64D1-06A4-4C7C-A466-5A7F792BF2AF}" srcOrd="0" destOrd="0" presId="urn:microsoft.com/office/officeart/2005/8/layout/vList2"/>
    <dgm:cxn modelId="{916CBE80-93CD-44A0-9D30-F1F35208D29F}" type="presParOf" srcId="{2B4AED98-9C1E-4E6C-BB09-EBADD0AAB7E2}" destId="{412E86A8-6730-4BB7-B66F-BA6CBF73443C}" srcOrd="1" destOrd="0" presId="urn:microsoft.com/office/officeart/2005/8/layout/vList2"/>
    <dgm:cxn modelId="{CC97FCFC-D63E-4A42-BD7A-4E5DCD59496D}" type="presParOf" srcId="{2B4AED98-9C1E-4E6C-BB09-EBADD0AAB7E2}" destId="{E7300315-1492-4FCB-86DE-4FBD466BEF7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06C2D-9B86-42EE-A591-0E4F7E3343C0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EE4A34-1641-44DB-B3ED-BA5DD485023D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grounded theory approach is primarily associated with the analysis of </a:t>
          </a:r>
          <a:r>
            <a:rPr lang="en-US" sz="2100" b="1" kern="1200" dirty="0"/>
            <a:t>interview transcripts </a:t>
          </a:r>
          <a:r>
            <a:rPr lang="en-US" sz="2100" kern="1200" dirty="0"/>
            <a:t>(although it can be used with a variety of types of qualitative data). </a:t>
          </a:r>
        </a:p>
      </dsp:txBody>
      <dsp:txXfrm>
        <a:off x="0" y="0"/>
        <a:ext cx="6666833" cy="1363480"/>
      </dsp:txXfrm>
    </dsp:sp>
    <dsp:sp modelId="{F5BD0B3D-7897-405E-99B9-B55B0F2D0194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2AC9A6-4414-40C6-ABBB-9767EFBFA76A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analysis requires a detailed scrutiny of the text and involves a gradual process of coding and categorizing the data. </a:t>
          </a:r>
        </a:p>
      </dsp:txBody>
      <dsp:txXfrm>
        <a:off x="0" y="1363480"/>
        <a:ext cx="6666833" cy="1363480"/>
      </dsp:txXfrm>
    </dsp:sp>
    <dsp:sp modelId="{82CE1AF6-8BC8-4DC6-A634-C4B9DFB99A6D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5862BD-64F7-4D19-BF2C-223C37A0BB86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ultimate goal of the analysis is to </a:t>
          </a:r>
          <a:r>
            <a:rPr lang="en-US" sz="2100" b="1" kern="1200"/>
            <a:t>derive concepts and theories that capture</a:t>
          </a:r>
          <a:r>
            <a:rPr lang="en-US" sz="2100" kern="1200"/>
            <a:t> the meaning contained within the data. </a:t>
          </a:r>
        </a:p>
      </dsp:txBody>
      <dsp:txXfrm>
        <a:off x="0" y="2726960"/>
        <a:ext cx="6666833" cy="1363480"/>
      </dsp:txXfrm>
    </dsp:sp>
    <dsp:sp modelId="{3498CF9B-E900-420C-BE7E-48E0EB4F61F9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9D8246-D76C-4466-822E-EAEEBECFA0B5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grounded theory approach is ‘inductive’ in the sense that it seeks to use findings from particular instances as the basis for developing statements that apply at a general level.</a:t>
          </a:r>
        </a:p>
      </dsp:txBody>
      <dsp:txXfrm>
        <a:off x="0" y="4090440"/>
        <a:ext cx="6666833" cy="1363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A1668-F516-4652-B6EF-D5952600ECAD}">
      <dsp:nvSpPr>
        <dsp:cNvPr id="0" name=""/>
        <dsp:cNvSpPr/>
      </dsp:nvSpPr>
      <dsp:spPr>
        <a:xfrm>
          <a:off x="0" y="542659"/>
          <a:ext cx="6666833" cy="21411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Discourse analysis is an approach to the analysis of qualitative data that focuses on the implied meaning of the text or image rather than its explicit content. </a:t>
          </a:r>
        </a:p>
      </dsp:txBody>
      <dsp:txXfrm>
        <a:off x="104520" y="647179"/>
        <a:ext cx="6457793" cy="1932060"/>
      </dsp:txXfrm>
    </dsp:sp>
    <dsp:sp modelId="{26D2C5E5-AA52-48D3-BEDC-691CF9EA8D2E}">
      <dsp:nvSpPr>
        <dsp:cNvPr id="0" name=""/>
        <dsp:cNvSpPr/>
      </dsp:nvSpPr>
      <dsp:spPr>
        <a:xfrm>
          <a:off x="0" y="2770160"/>
          <a:ext cx="6666833" cy="214110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It is based on the premise that words and pictures are used not simply to depict reality; they are used instead as a way of creating and sustaining reality.</a:t>
          </a:r>
        </a:p>
      </dsp:txBody>
      <dsp:txXfrm>
        <a:off x="104520" y="2874680"/>
        <a:ext cx="6457793" cy="19320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C343D-7769-403B-8DCF-7952BA4B9E2F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127FC66-3717-4F24-B61D-C6268B9765B8}">
      <dsp:nvSpPr>
        <dsp:cNvPr id="0" name=""/>
        <dsp:cNvSpPr/>
      </dsp:nvSpPr>
      <dsp:spPr>
        <a:xfrm>
          <a:off x="0" y="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Discourse analysis involves a </a:t>
          </a:r>
          <a:r>
            <a:rPr lang="en-US" sz="2800" b="1" kern="1200"/>
            <a:t>‘deconstruction’ </a:t>
          </a:r>
          <a:r>
            <a:rPr lang="en-US" sz="2800" kern="1200"/>
            <a:t>of the data in order to expose the ways in which text or visual images do the work of creating or sustaining particular aspects of social life. </a:t>
          </a:r>
        </a:p>
      </dsp:txBody>
      <dsp:txXfrm>
        <a:off x="0" y="0"/>
        <a:ext cx="6666833" cy="2726960"/>
      </dsp:txXfrm>
    </dsp:sp>
    <dsp:sp modelId="{5DEB97FF-EA2F-4E08-9858-109B1A0463F4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590146-571D-497C-8EBB-91F734C7E18B}">
      <dsp:nvSpPr>
        <dsp:cNvPr id="0" name=""/>
        <dsp:cNvSpPr/>
      </dsp:nvSpPr>
      <dsp:spPr>
        <a:xfrm>
          <a:off x="0" y="272696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This approach is familiar within the fields of social psychology, sociology and linguistics and is used in relation to a wide range of social research areas including, for example, cultural studies, marketing (especially advertising), education and feminist studies.</a:t>
          </a:r>
        </a:p>
      </dsp:txBody>
      <dsp:txXfrm>
        <a:off x="0" y="2726960"/>
        <a:ext cx="6666833" cy="27269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B6C7C-CB32-4928-A474-30C3DCA98199}">
      <dsp:nvSpPr>
        <dsp:cNvPr id="0" name=""/>
        <dsp:cNvSpPr/>
      </dsp:nvSpPr>
      <dsp:spPr>
        <a:xfrm>
          <a:off x="0" y="86359"/>
          <a:ext cx="6666833" cy="2597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Conversation analysis is often considered to be a variant of discourse analysis because it focuses attention on how things get done through language use. </a:t>
          </a:r>
        </a:p>
      </dsp:txBody>
      <dsp:txXfrm>
        <a:off x="126795" y="213154"/>
        <a:ext cx="6413243" cy="2343810"/>
      </dsp:txXfrm>
    </dsp:sp>
    <dsp:sp modelId="{0F091DD9-F425-46CA-AF05-CD15297AA560}">
      <dsp:nvSpPr>
        <dsp:cNvPr id="0" name=""/>
        <dsp:cNvSpPr/>
      </dsp:nvSpPr>
      <dsp:spPr>
        <a:xfrm>
          <a:off x="0" y="2770160"/>
          <a:ext cx="6666833" cy="259740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 this instance, researchers look at naturally occurring talk and the way that routine aspects of everyday life get accomplished through language.</a:t>
          </a:r>
        </a:p>
      </dsp:txBody>
      <dsp:txXfrm>
        <a:off x="126795" y="2896955"/>
        <a:ext cx="6413243" cy="23438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3C10C-146D-451F-AF08-96C16B695716}">
      <dsp:nvSpPr>
        <dsp:cNvPr id="0" name=""/>
        <dsp:cNvSpPr/>
      </dsp:nvSpPr>
      <dsp:spPr>
        <a:xfrm>
          <a:off x="0" y="116959"/>
          <a:ext cx="6666833" cy="25740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narrative relates to a story. A story can be told in many forms; in writing through books and in speech through interviews, as well as a whole host of other mediums perhaps less commonly used as sources of data by social researchers such as visual images, music and drama.</a:t>
          </a:r>
        </a:p>
      </dsp:txBody>
      <dsp:txXfrm>
        <a:off x="125652" y="242611"/>
        <a:ext cx="6415529" cy="2322696"/>
      </dsp:txXfrm>
    </dsp:sp>
    <dsp:sp modelId="{535E2373-A00B-4433-8D2B-AB263CB1B07F}">
      <dsp:nvSpPr>
        <dsp:cNvPr id="0" name=""/>
        <dsp:cNvSpPr/>
      </dsp:nvSpPr>
      <dsp:spPr>
        <a:xfrm>
          <a:off x="0" y="2762960"/>
          <a:ext cx="6666833" cy="257400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Treated as a narrative, though, the story needs to have certain properties (Reissman 2003, 2008; Elliott 2005: Andrews et al. 2008).</a:t>
          </a:r>
        </a:p>
      </dsp:txBody>
      <dsp:txXfrm>
        <a:off x="125652" y="2888612"/>
        <a:ext cx="6415529" cy="23226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2B64D1-06A4-4C7C-A466-5A7F792BF2AF}">
      <dsp:nvSpPr>
        <dsp:cNvPr id="0" name=""/>
        <dsp:cNvSpPr/>
      </dsp:nvSpPr>
      <dsp:spPr>
        <a:xfrm>
          <a:off x="0" y="469849"/>
          <a:ext cx="6666833" cy="22124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Thematic analysis is a qualitative analysis method used in the social sciences to identify and present </a:t>
          </a:r>
          <a:r>
            <a:rPr lang="en-US" sz="3100" i="0" kern="1200"/>
            <a:t>recurring patterns or themes in data</a:t>
          </a:r>
          <a:r>
            <a:rPr lang="en-US" sz="3100" b="0" i="0" kern="1200"/>
            <a:t>.</a:t>
          </a:r>
          <a:endParaRPr lang="en-US" sz="3100" kern="1200"/>
        </a:p>
      </dsp:txBody>
      <dsp:txXfrm>
        <a:off x="108004" y="577853"/>
        <a:ext cx="6450825" cy="1996462"/>
      </dsp:txXfrm>
    </dsp:sp>
    <dsp:sp modelId="{E7300315-1492-4FCB-86DE-4FBD466BEF7A}">
      <dsp:nvSpPr>
        <dsp:cNvPr id="0" name=""/>
        <dsp:cNvSpPr/>
      </dsp:nvSpPr>
      <dsp:spPr>
        <a:xfrm>
          <a:off x="0" y="2771599"/>
          <a:ext cx="6666833" cy="221247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It involves careful reading and interpretation of the material to extract meaning and understand different subjects and interpretations.</a:t>
          </a:r>
          <a:endParaRPr lang="en-US" sz="3100" kern="1200"/>
        </a:p>
      </dsp:txBody>
      <dsp:txXfrm>
        <a:off x="108004" y="2879603"/>
        <a:ext cx="6450825" cy="1996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BAF7-C055-60A9-E999-2A04FA407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275B5-A2F5-3D4B-BA6E-40B47BFBC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5F4A1-55F3-BB78-EC61-737D60BA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09CC6-8CAF-BA29-B525-6B75594E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22C5F-54B5-4677-69CA-417A8502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3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FB9E0-A259-CB24-D81E-A48B6BC1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7AD89-2981-7BE6-30DF-A39421E49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F5272-7E8C-D6D3-2FFF-EF903BA26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994A8-398B-B75D-9DE6-13056760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B0448-4918-712B-9460-FD8B3A59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19D3-8F1A-DD4F-D8F2-7F0E65ED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9A4BE-EC3E-083D-C702-2D0B10B5A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F9C6C-9402-A204-68AD-93A8E1657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F2266-2201-7694-46C0-BC1C91CE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E1A36-DBB4-8A85-BB08-9DD7A021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90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C31F-B544-424C-EE2F-B7308A3E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8F9B0-6C63-41A4-02D1-8271763AD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64BF3-8BF0-8EF6-229D-899FA5543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6BF57-5FA1-69BF-BA79-B9643859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8BA70-ADDB-9089-3DEA-6C5E4BF4B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DE97D-B007-0771-EEF5-0B85891C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25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4B0D-C690-26D4-274C-F713DA883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25E92-8486-F4BE-FA82-2B75D60D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726C2-509A-43D1-64B5-4F3BDC3D4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04C4E2-C0FA-1DAC-A749-D22C1084E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30F08-33A8-5DE0-D0B3-E1022500F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66262E-7634-A1D2-1CE2-BE4DA8B2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CB70C-0965-D7B4-4DC3-85E45BA9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6D81DE-9322-61F6-6F21-BEB2DAA0A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9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9287-1ECC-450B-D92E-92E569FB5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EF6C7-AB28-B0B7-FCF9-99ACE563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C73CFE-0117-4777-C422-6AA785F8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F87EA-7583-DAFD-3C8D-5BC6B05A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06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E0ED7-A4BA-7B22-5115-BD57D3A22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4ED70-678B-33C6-FA09-6B06C598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10274-7E15-ADAD-5B57-79A11C93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9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2708-E362-2556-93FE-B793F8211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336FA-098D-059E-D68A-6CFA50FA6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CA7AF-56B6-EE51-AEC1-DC9878022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E4DCB-D526-9F2A-1201-00FE1EE4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81F3B-5DB4-0A9F-F766-429335E4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E7D2A-C541-833B-0897-EF356B62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4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B681-759B-540B-9FAF-6551B18B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921746-6DA9-F0F1-4C9B-EDF6398A8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F49C0-D934-D887-FE9E-65B869C0A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539D1-054A-F813-77BE-F52B0F66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BCBB1-C497-72AB-8265-31420ECD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54BD1-C2AF-19FA-D397-7117F486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7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7EA3-2061-3DBB-0669-FF07CE88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3B08C-D22D-ABA3-D7A7-9808E703A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8EC92-F86C-581B-130F-ED8556215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4A250-7919-ABB1-5CCA-6CCDEEF0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BB8D8-A8BE-B529-33FD-947422FE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6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DCA227-9D36-4471-18FC-A6ED3752D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06651-8079-09C9-8A40-169AC12E7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09C74-F208-5EE1-7516-8307AD91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47579-BD67-A100-BCE1-964CC738C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29B47-0AE4-540C-11AA-3884253A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0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8FCD6E-1DE5-217A-3BA6-E8AF7D1D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0C32D-D3D5-F14D-6C27-B0C3E53C3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A6299-E0EF-B539-4A2B-BAC5EB77D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B74E5-8E93-49E7-A857-2C1B2C88FF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7DE42-A849-E743-A49B-5E3BF8F97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528A-0954-EE84-925B-E5FCFD978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1D2DC-5F4D-4F82-84F4-72D085C75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4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B09CF-0FCB-3170-1A16-17B825EAA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Qualitative Data Analysis</a:t>
            </a:r>
          </a:p>
        </p:txBody>
      </p:sp>
    </p:spTree>
    <p:extLst>
      <p:ext uri="{BB962C8B-B14F-4D97-AF65-F5344CB8AC3E}">
        <p14:creationId xmlns:p14="http://schemas.microsoft.com/office/powerpoint/2010/main" val="84002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5DC435-3ED8-475C-8A8E-9BF2B25B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The principles of qualitative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228C-9E62-72CD-5EF0-4FAB08FCE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i="1" dirty="0"/>
              <a:t>Preparing qualitative data for analysis</a:t>
            </a:r>
          </a:p>
          <a:p>
            <a:pPr marL="0" indent="0">
              <a:buNone/>
            </a:pPr>
            <a:endParaRPr lang="en-US" sz="2000" i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First, the original data should be protected.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Back-up copies should be made of all original materials and it is generally advisable to use these back-up copies during the process of data analysis so that the originals can be preserved and protected against any unintentional corruption or damage.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Second, the data should be catalogued and indexed. Each piece of ‘raw data’ should be identified with a unique serial number for reference purposes.</a:t>
            </a:r>
          </a:p>
        </p:txBody>
      </p:sp>
    </p:spTree>
    <p:extLst>
      <p:ext uri="{BB962C8B-B14F-4D97-AF65-F5344CB8AC3E}">
        <p14:creationId xmlns:p14="http://schemas.microsoft.com/office/powerpoint/2010/main" val="2950269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23B45A-AF95-5A07-58A1-E8B8204D0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39047"/>
            <a:ext cx="10905066" cy="517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6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B9451-F72B-A012-1961-CAD29E95A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Content analysis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AD50997-C684-0A5C-025A-65FA23315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Content analysis can be used with any ‘text’, whether it is in the form of writing, sounds or pictures.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It is used as a way of </a:t>
            </a:r>
            <a:r>
              <a:rPr lang="en-US" sz="2000" b="1" dirty="0"/>
              <a:t>quantifying the contents of that text</a:t>
            </a:r>
            <a:r>
              <a:rPr lang="en-US" sz="2000" dirty="0"/>
              <a:t>., by identifying </a:t>
            </a:r>
            <a:r>
              <a:rPr lang="en-US" sz="2000" b="1" dirty="0"/>
              <a:t>patterns, themes, meanings, or frequencies</a:t>
            </a:r>
            <a:r>
              <a:rPr lang="en-US" sz="2000" dirty="0"/>
              <a:t> of words, phrases, or concepts.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Political scientists might use it to study the transcripts of speeches, educationists to study the content of children’s books, and historians to study statesmen’s correspondence.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Whatever its specific application, content analysis generally follows a logical and relatively straightforward procedure.</a:t>
            </a:r>
          </a:p>
        </p:txBody>
      </p:sp>
    </p:spTree>
    <p:extLst>
      <p:ext uri="{BB962C8B-B14F-4D97-AF65-F5344CB8AC3E}">
        <p14:creationId xmlns:p14="http://schemas.microsoft.com/office/powerpoint/2010/main" val="339100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28491-E4BE-96CA-386E-6787755A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Steps – Content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66367-0CAF-2FC3-A2CE-B370B6D39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1. Choose an appropriate sample of texts or images.</a:t>
            </a:r>
          </a:p>
          <a:p>
            <a:pPr marL="0" indent="0">
              <a:buNone/>
            </a:pPr>
            <a:r>
              <a:rPr lang="en-US" sz="2000" dirty="0"/>
              <a:t>2. Break the text down into smaller component units.</a:t>
            </a:r>
          </a:p>
          <a:p>
            <a:pPr marL="0" indent="0">
              <a:buNone/>
            </a:pPr>
            <a:r>
              <a:rPr lang="en-US" sz="2000" dirty="0"/>
              <a:t>3. Develop relevant categories for analyzing the data.</a:t>
            </a:r>
          </a:p>
          <a:p>
            <a:pPr marL="0" indent="0">
              <a:buNone/>
            </a:pPr>
            <a:r>
              <a:rPr lang="en-US" sz="2000" dirty="0"/>
              <a:t>4. Code the units in line with the categories.</a:t>
            </a:r>
          </a:p>
          <a:p>
            <a:pPr marL="0" indent="0">
              <a:buNone/>
            </a:pPr>
            <a:r>
              <a:rPr lang="en-US" sz="2000" dirty="0"/>
              <a:t>5. Count the frequency with which these units occur.</a:t>
            </a:r>
          </a:p>
          <a:p>
            <a:pPr marL="0" indent="0">
              <a:buNone/>
            </a:pPr>
            <a:r>
              <a:rPr lang="en-US" sz="2000" dirty="0"/>
              <a:t>6. </a:t>
            </a:r>
            <a:r>
              <a:rPr lang="en-US" sz="2000" dirty="0" err="1"/>
              <a:t>Analyse</a:t>
            </a:r>
            <a:r>
              <a:rPr lang="en-US" sz="2000" dirty="0"/>
              <a:t> the text in terms of the frequency of the units and their relationship with other units that occur in the text.</a:t>
            </a:r>
          </a:p>
          <a:p>
            <a:pPr marL="0" indent="0">
              <a:buNone/>
            </a:pPr>
            <a:r>
              <a:rPr lang="en-US" sz="2000" b="1" dirty="0"/>
              <a:t>Public perception of Artificial Intelligence in Sri Lanka”</a:t>
            </a:r>
            <a:r>
              <a:rPr lang="en-US" sz="2000" dirty="0"/>
              <a:t>,</a:t>
            </a:r>
            <a:br>
              <a:rPr lang="en-US" sz="2000" dirty="0"/>
            </a:br>
            <a:r>
              <a:rPr lang="en-US" sz="2000" dirty="0"/>
              <a:t>you could:</a:t>
            </a:r>
          </a:p>
          <a:p>
            <a:r>
              <a:rPr lang="en-US" sz="2000" dirty="0"/>
              <a:t>Collect articles, tweets, and blog posts.</a:t>
            </a:r>
          </a:p>
          <a:p>
            <a:r>
              <a:rPr lang="en-US" sz="2000" dirty="0"/>
              <a:t>Code them as </a:t>
            </a:r>
            <a:r>
              <a:rPr lang="en-US" sz="2000" i="1" dirty="0"/>
              <a:t>positive</a:t>
            </a:r>
            <a:r>
              <a:rPr lang="en-US" sz="2000" dirty="0"/>
              <a:t>, </a:t>
            </a:r>
            <a:r>
              <a:rPr lang="en-US" sz="2000" i="1" dirty="0"/>
              <a:t>negative</a:t>
            </a:r>
            <a:r>
              <a:rPr lang="en-US" sz="2000" dirty="0"/>
              <a:t>, or </a:t>
            </a:r>
            <a:r>
              <a:rPr lang="en-US" sz="2000" i="1" dirty="0"/>
              <a:t>neutral</a:t>
            </a:r>
            <a:r>
              <a:rPr lang="en-US" sz="2000" dirty="0"/>
              <a:t>.</a:t>
            </a:r>
          </a:p>
          <a:p>
            <a:r>
              <a:rPr lang="en-US" sz="2000" dirty="0"/>
              <a:t>Count and interpret results to see how attitudes have changed over time.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54077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88BF-3242-0073-2B6E-3AD9E5F4F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40294-BAAD-DF58-6E0E-93B52FFD6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633314-9C75-AEF0-C03E-283341FE0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896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DE25-3FC7-2353-6488-BA683649A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Grounded theory</a:t>
            </a:r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D31C162A-BDA9-E665-675F-6DCF6E568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930153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91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9B22F85A-806B-8A6D-2771-555CB211DB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1" r="753"/>
          <a:stretch/>
        </p:blipFill>
        <p:spPr>
          <a:xfrm>
            <a:off x="173639" y="466511"/>
            <a:ext cx="1056837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92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B7F40-7634-D3FF-9339-4BA108C2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Discourse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EBB10A-026D-AD6C-A340-F70ED9F705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32603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509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FF63A-A69B-5255-B10D-1CEAB4FE0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More on Discourse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A0E524-D408-35E8-D653-BF1BDE2108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16182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2081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34A8EA-D130-628A-B53D-96E5F3C28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Conversation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0FB6D0-1750-BDD8-40A7-6D087963CF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54021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1448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70951-D1ED-5204-B61E-E36911DE6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Narrative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7E8A11-960B-6CFC-E6E9-7170EA6E68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1272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337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30C2B-4378-BE05-E3D8-12FBDAF8C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Thematic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760C73-B160-EFCB-C794-14285BB967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77791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0970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93B72-738A-3145-83F4-F8D90C61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6-Phase Approach to Thematic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018A8-6D14-D442-9361-3BBBB791B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528638" lvl="1">
              <a:spcBef>
                <a:spcPts val="600"/>
              </a:spcBef>
            </a:pPr>
            <a:r>
              <a:rPr lang="en-US" sz="2000"/>
              <a:t>Familiarizing yourself with the data</a:t>
            </a:r>
          </a:p>
          <a:p>
            <a:pPr marL="528638" lvl="1">
              <a:spcBef>
                <a:spcPts val="600"/>
              </a:spcBef>
            </a:pPr>
            <a:r>
              <a:rPr lang="en-US" sz="2000"/>
              <a:t>Generate initial codes </a:t>
            </a:r>
          </a:p>
          <a:p>
            <a:pPr marL="528638" lvl="1">
              <a:spcBef>
                <a:spcPts val="600"/>
              </a:spcBef>
            </a:pPr>
            <a:r>
              <a:rPr lang="en-US" sz="2000"/>
              <a:t>Search for themes </a:t>
            </a:r>
          </a:p>
          <a:p>
            <a:pPr marL="528638" lvl="1">
              <a:spcBef>
                <a:spcPts val="600"/>
              </a:spcBef>
            </a:pPr>
            <a:r>
              <a:rPr lang="en-US" sz="2000"/>
              <a:t>Review potential themes </a:t>
            </a:r>
          </a:p>
          <a:p>
            <a:pPr marL="528638" lvl="1">
              <a:spcBef>
                <a:spcPts val="600"/>
              </a:spcBef>
            </a:pPr>
            <a:r>
              <a:rPr lang="en-US" sz="2000"/>
              <a:t>Define and naming themes </a:t>
            </a:r>
          </a:p>
          <a:p>
            <a:pPr marL="528638" lvl="1">
              <a:spcBef>
                <a:spcPts val="600"/>
              </a:spcBef>
            </a:pPr>
            <a:r>
              <a:rPr lang="en-US" sz="2000"/>
              <a:t>Produce the report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D5062DD-9B44-094C-B448-839D54101BE0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Braun, V. &amp; Clarke, V. (2012). Thematic analysis. In H. Cooper, P. M. Camic, D. L. Long, A. T. Panter, D. Rindskopf, &amp; K. J. Sher (Eds), </a:t>
            </a:r>
            <a:r>
              <a:rPr lang="en-US" sz="2000" i="1"/>
              <a:t>APA handbook of research methods in psychology, Vol. 2: Research designs: Quantitative, qualitative, neuropsychological, and biological </a:t>
            </a:r>
            <a:r>
              <a:rPr lang="en-US" sz="2000"/>
              <a:t>(pp. 57-71). Washington, DC: American Psychological Association.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09201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833" y="139856"/>
            <a:ext cx="9821056" cy="609600"/>
          </a:xfrm>
        </p:spPr>
        <p:txBody>
          <a:bodyPr>
            <a:noAutofit/>
          </a:bodyPr>
          <a:lstStyle/>
          <a:p>
            <a:r>
              <a:rPr lang="en-US" altLang="x-none" dirty="0">
                <a:solidFill>
                  <a:srgbClr val="20558A"/>
                </a:solidFill>
              </a:rPr>
              <a:t>Excel Coding Examples</a:t>
            </a:r>
          </a:p>
        </p:txBody>
      </p:sp>
      <p:pic>
        <p:nvPicPr>
          <p:cNvPr id="6" name="Picture 5" descr="screen shotof how coding looks in excel&#10;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9" t="22653" r="5017" b="10343"/>
          <a:stretch/>
        </p:blipFill>
        <p:spPr>
          <a:xfrm>
            <a:off x="242047" y="1154242"/>
            <a:ext cx="11707906" cy="55763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4813" y="614597"/>
            <a:ext cx="11029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Can filter and sort in Excel, can search for text and words  – makes it easier</a:t>
            </a:r>
          </a:p>
        </p:txBody>
      </p:sp>
    </p:spTree>
    <p:extLst>
      <p:ext uri="{BB962C8B-B14F-4D97-AF65-F5344CB8AC3E}">
        <p14:creationId xmlns:p14="http://schemas.microsoft.com/office/powerpoint/2010/main" val="763952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886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Qualitative Data Analysis</vt:lpstr>
      <vt:lpstr>The principles of qualitative data analysis</vt:lpstr>
      <vt:lpstr>PowerPoint Presentation</vt:lpstr>
      <vt:lpstr>Content analysis</vt:lpstr>
      <vt:lpstr>Steps – Content Analysis</vt:lpstr>
      <vt:lpstr>PowerPoint Presentation</vt:lpstr>
      <vt:lpstr>Grounded theory</vt:lpstr>
      <vt:lpstr>PowerPoint Presentation</vt:lpstr>
      <vt:lpstr>Discourse analysis</vt:lpstr>
      <vt:lpstr>More on Discourse Analysis</vt:lpstr>
      <vt:lpstr>Conversation analysis</vt:lpstr>
      <vt:lpstr>Narrative analysis</vt:lpstr>
      <vt:lpstr>Thematic Analysis</vt:lpstr>
      <vt:lpstr>6-Phase Approach to Thematic Analysis</vt:lpstr>
      <vt:lpstr>Excel Coding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RESEARCH PROCESS</dc:title>
  <dc:creator>Dr. Mohamed Shafraz</dc:creator>
  <cp:lastModifiedBy>Dulanjali Wijesekara</cp:lastModifiedBy>
  <cp:revision>3</cp:revision>
  <dcterms:created xsi:type="dcterms:W3CDTF">2023-07-28T01:12:29Z</dcterms:created>
  <dcterms:modified xsi:type="dcterms:W3CDTF">2025-11-04T18:14:50Z</dcterms:modified>
</cp:coreProperties>
</file>