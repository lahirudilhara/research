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7" r:id="rId2"/>
    <p:sldId id="328" r:id="rId3"/>
    <p:sldId id="303" r:id="rId4"/>
    <p:sldId id="305" r:id="rId5"/>
    <p:sldId id="316" r:id="rId6"/>
    <p:sldId id="329" r:id="rId7"/>
    <p:sldId id="306" r:id="rId8"/>
    <p:sldId id="310" r:id="rId9"/>
    <p:sldId id="330" r:id="rId10"/>
    <p:sldId id="331" r:id="rId11"/>
    <p:sldId id="334" r:id="rId12"/>
    <p:sldId id="332" r:id="rId13"/>
    <p:sldId id="333" r:id="rId14"/>
    <p:sldId id="335" r:id="rId15"/>
    <p:sldId id="338" r:id="rId16"/>
    <p:sldId id="337" r:id="rId17"/>
    <p:sldId id="325" r:id="rId18"/>
    <p:sldId id="273" r:id="rId19"/>
    <p:sldId id="274" r:id="rId20"/>
    <p:sldId id="339" r:id="rId21"/>
    <p:sldId id="340" r:id="rId22"/>
    <p:sldId id="341" r:id="rId23"/>
    <p:sldId id="342" r:id="rId24"/>
    <p:sldId id="343" r:id="rId25"/>
    <p:sldId id="344" r:id="rId26"/>
    <p:sldId id="345" r:id="rId27"/>
    <p:sldId id="346" r:id="rId28"/>
    <p:sldId id="347" r:id="rId29"/>
    <p:sldId id="348" r:id="rId30"/>
    <p:sldId id="349" r:id="rId31"/>
    <p:sldId id="350" r:id="rId32"/>
    <p:sldId id="336" r:id="rId33"/>
    <p:sldId id="351" r:id="rId34"/>
    <p:sldId id="287" r:id="rId35"/>
    <p:sldId id="352" r:id="rId36"/>
    <p:sldId id="307" r:id="rId37"/>
    <p:sldId id="308" r:id="rId38"/>
    <p:sldId id="309" r:id="rId39"/>
    <p:sldId id="311" r:id="rId40"/>
    <p:sldId id="326" r:id="rId41"/>
    <p:sldId id="288" r:id="rId42"/>
    <p:sldId id="268" r:id="rId43"/>
    <p:sldId id="263" r:id="rId44"/>
    <p:sldId id="280" r:id="rId45"/>
    <p:sldId id="258" r:id="rId46"/>
    <p:sldId id="323" r:id="rId47"/>
    <p:sldId id="327" r:id="rId48"/>
    <p:sldId id="304" r:id="rId49"/>
    <p:sldId id="29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171" autoAdjust="0"/>
  </p:normalViewPr>
  <p:slideViewPr>
    <p:cSldViewPr snapToGrid="0">
      <p:cViewPr varScale="1">
        <p:scale>
          <a:sx n="57" d="100"/>
          <a:sy n="57" d="100"/>
        </p:scale>
        <p:origin x="1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ata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AE3259-8806-4260-9CF1-F00FBD7FA09C}"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E20ADB75-7DC3-4311-A2B6-F1913F69BBA3}">
      <dgm:prSet/>
      <dgm:spPr/>
      <dgm:t>
        <a:bodyPr/>
        <a:lstStyle/>
        <a:p>
          <a:r>
            <a:rPr lang="en-US"/>
            <a:t>Academic Journals</a:t>
          </a:r>
        </a:p>
      </dgm:t>
    </dgm:pt>
    <dgm:pt modelId="{1DE7B917-A7CD-40FB-8BC3-FB8B8B800381}" type="parTrans" cxnId="{E285F4B3-13D4-487A-8D4D-07EC5B6CF9DE}">
      <dgm:prSet/>
      <dgm:spPr/>
      <dgm:t>
        <a:bodyPr/>
        <a:lstStyle/>
        <a:p>
          <a:endParaRPr lang="en-US"/>
        </a:p>
      </dgm:t>
    </dgm:pt>
    <dgm:pt modelId="{80AD0C4F-C46B-4362-B8BC-3DA49FA1C9CE}" type="sibTrans" cxnId="{E285F4B3-13D4-487A-8D4D-07EC5B6CF9DE}">
      <dgm:prSet/>
      <dgm:spPr/>
      <dgm:t>
        <a:bodyPr/>
        <a:lstStyle/>
        <a:p>
          <a:endParaRPr lang="en-US"/>
        </a:p>
      </dgm:t>
    </dgm:pt>
    <dgm:pt modelId="{7B548B54-D9AC-48DC-8A08-6663D091A7E6}">
      <dgm:prSet/>
      <dgm:spPr/>
      <dgm:t>
        <a:bodyPr/>
        <a:lstStyle/>
        <a:p>
          <a:r>
            <a:rPr lang="en-US"/>
            <a:t>Conference Proceedings</a:t>
          </a:r>
        </a:p>
      </dgm:t>
    </dgm:pt>
    <dgm:pt modelId="{8257590B-867E-483B-B1DD-AB426EE555B4}" type="parTrans" cxnId="{A1686E16-9AF3-4190-A0E6-7A4DD9D8B11A}">
      <dgm:prSet/>
      <dgm:spPr/>
      <dgm:t>
        <a:bodyPr/>
        <a:lstStyle/>
        <a:p>
          <a:endParaRPr lang="en-US"/>
        </a:p>
      </dgm:t>
    </dgm:pt>
    <dgm:pt modelId="{5B5815CC-DF9A-4415-9315-54877CBDA59D}" type="sibTrans" cxnId="{A1686E16-9AF3-4190-A0E6-7A4DD9D8B11A}">
      <dgm:prSet/>
      <dgm:spPr/>
      <dgm:t>
        <a:bodyPr/>
        <a:lstStyle/>
        <a:p>
          <a:endParaRPr lang="en-US"/>
        </a:p>
      </dgm:t>
    </dgm:pt>
    <dgm:pt modelId="{B78644CC-3DE8-4937-97C4-3D618EE1D09F}">
      <dgm:prSet/>
      <dgm:spPr/>
      <dgm:t>
        <a:bodyPr/>
        <a:lstStyle/>
        <a:p>
          <a:r>
            <a:rPr lang="en-US"/>
            <a:t>Conference Report</a:t>
          </a:r>
        </a:p>
      </dgm:t>
    </dgm:pt>
    <dgm:pt modelId="{5D703342-DE0D-4066-95D5-10EBCF489A49}" type="parTrans" cxnId="{BD3DD178-5816-4E8B-BF42-4C89FBA4D1C3}">
      <dgm:prSet/>
      <dgm:spPr/>
      <dgm:t>
        <a:bodyPr/>
        <a:lstStyle/>
        <a:p>
          <a:endParaRPr lang="en-US"/>
        </a:p>
      </dgm:t>
    </dgm:pt>
    <dgm:pt modelId="{9DC6EA28-9A87-4E94-BEC5-1547B8537730}" type="sibTrans" cxnId="{BD3DD178-5816-4E8B-BF42-4C89FBA4D1C3}">
      <dgm:prSet/>
      <dgm:spPr/>
      <dgm:t>
        <a:bodyPr/>
        <a:lstStyle/>
        <a:p>
          <a:endParaRPr lang="en-US"/>
        </a:p>
      </dgm:t>
    </dgm:pt>
    <dgm:pt modelId="{08642F8F-5C25-4773-9876-B7147551029A}">
      <dgm:prSet/>
      <dgm:spPr/>
      <dgm:t>
        <a:bodyPr/>
        <a:lstStyle/>
        <a:p>
          <a:r>
            <a:rPr lang="en-US"/>
            <a:t>General Reports</a:t>
          </a:r>
        </a:p>
      </dgm:t>
    </dgm:pt>
    <dgm:pt modelId="{CED02AEB-3286-4FE8-BC16-6B9478646008}" type="parTrans" cxnId="{A0B42CB2-A3EF-4869-8B8A-169442944D54}">
      <dgm:prSet/>
      <dgm:spPr/>
      <dgm:t>
        <a:bodyPr/>
        <a:lstStyle/>
        <a:p>
          <a:endParaRPr lang="en-US"/>
        </a:p>
      </dgm:t>
    </dgm:pt>
    <dgm:pt modelId="{447521FD-C77D-419A-8D08-ADFBA618F7ED}" type="sibTrans" cxnId="{A0B42CB2-A3EF-4869-8B8A-169442944D54}">
      <dgm:prSet/>
      <dgm:spPr/>
      <dgm:t>
        <a:bodyPr/>
        <a:lstStyle/>
        <a:p>
          <a:endParaRPr lang="en-US"/>
        </a:p>
      </dgm:t>
    </dgm:pt>
    <dgm:pt modelId="{E438D299-3DDA-49D9-ABC0-F1E15D5564E0}">
      <dgm:prSet/>
      <dgm:spPr/>
      <dgm:t>
        <a:bodyPr/>
        <a:lstStyle/>
        <a:p>
          <a:r>
            <a:rPr lang="en-US"/>
            <a:t>Newspapers</a:t>
          </a:r>
        </a:p>
      </dgm:t>
    </dgm:pt>
    <dgm:pt modelId="{210C48B5-2DA8-4AEA-AA1E-7B55D53A2CDF}" type="parTrans" cxnId="{1E791555-CCA3-4351-BF2C-18B8ED6D9B9F}">
      <dgm:prSet/>
      <dgm:spPr/>
      <dgm:t>
        <a:bodyPr/>
        <a:lstStyle/>
        <a:p>
          <a:endParaRPr lang="en-US"/>
        </a:p>
      </dgm:t>
    </dgm:pt>
    <dgm:pt modelId="{B9A08920-25D1-4948-863F-21193010CFDD}" type="sibTrans" cxnId="{1E791555-CCA3-4351-BF2C-18B8ED6D9B9F}">
      <dgm:prSet/>
      <dgm:spPr/>
      <dgm:t>
        <a:bodyPr/>
        <a:lstStyle/>
        <a:p>
          <a:endParaRPr lang="en-US"/>
        </a:p>
      </dgm:t>
    </dgm:pt>
    <dgm:pt modelId="{B14951AB-9916-4DBC-BF47-40EDD1E7564F}">
      <dgm:prSet/>
      <dgm:spPr/>
      <dgm:t>
        <a:bodyPr/>
        <a:lstStyle/>
        <a:p>
          <a:r>
            <a:rPr lang="en-US"/>
            <a:t>Magazines</a:t>
          </a:r>
        </a:p>
      </dgm:t>
    </dgm:pt>
    <dgm:pt modelId="{CFE77001-5C0D-42DF-BB6F-F5ADBE8C71D6}" type="parTrans" cxnId="{DDDD42B2-D8EC-4298-B6D5-15DA881FB412}">
      <dgm:prSet/>
      <dgm:spPr/>
      <dgm:t>
        <a:bodyPr/>
        <a:lstStyle/>
        <a:p>
          <a:endParaRPr lang="en-US"/>
        </a:p>
      </dgm:t>
    </dgm:pt>
    <dgm:pt modelId="{263802E9-D12E-4728-8B54-3924669B709C}" type="sibTrans" cxnId="{DDDD42B2-D8EC-4298-B6D5-15DA881FB412}">
      <dgm:prSet/>
      <dgm:spPr/>
      <dgm:t>
        <a:bodyPr/>
        <a:lstStyle/>
        <a:p>
          <a:endParaRPr lang="en-US"/>
        </a:p>
      </dgm:t>
    </dgm:pt>
    <dgm:pt modelId="{BCCAECB8-633F-4D9E-BC35-0A570553A121}">
      <dgm:prSet/>
      <dgm:spPr/>
      <dgm:t>
        <a:bodyPr/>
        <a:lstStyle/>
        <a:p>
          <a:r>
            <a:rPr lang="en-US"/>
            <a:t>Thesis: Mphil, PhD</a:t>
          </a:r>
        </a:p>
      </dgm:t>
    </dgm:pt>
    <dgm:pt modelId="{0402E0A2-7BFB-4937-B1DE-0DD6B27AB4BB}" type="parTrans" cxnId="{F3B77618-F6E2-4756-A252-D3CDD4359DE8}">
      <dgm:prSet/>
      <dgm:spPr/>
      <dgm:t>
        <a:bodyPr/>
        <a:lstStyle/>
        <a:p>
          <a:endParaRPr lang="en-US"/>
        </a:p>
      </dgm:t>
    </dgm:pt>
    <dgm:pt modelId="{52C69548-1D30-4169-88C0-1F7DB06CE7B3}" type="sibTrans" cxnId="{F3B77618-F6E2-4756-A252-D3CDD4359DE8}">
      <dgm:prSet/>
      <dgm:spPr/>
      <dgm:t>
        <a:bodyPr/>
        <a:lstStyle/>
        <a:p>
          <a:endParaRPr lang="en-US"/>
        </a:p>
      </dgm:t>
    </dgm:pt>
    <dgm:pt modelId="{7AA5A29B-D68F-4E06-9924-5CF41A11A0FE}">
      <dgm:prSet/>
      <dgm:spPr/>
      <dgm:t>
        <a:bodyPr/>
        <a:lstStyle/>
        <a:p>
          <a:r>
            <a:rPr lang="en-US"/>
            <a:t>Test Books</a:t>
          </a:r>
        </a:p>
      </dgm:t>
    </dgm:pt>
    <dgm:pt modelId="{B26F0AE0-7C8E-463A-873A-B9E223B7FDC4}" type="parTrans" cxnId="{EA8C7415-B716-4357-9209-E2D4071562CC}">
      <dgm:prSet/>
      <dgm:spPr/>
      <dgm:t>
        <a:bodyPr/>
        <a:lstStyle/>
        <a:p>
          <a:endParaRPr lang="en-US"/>
        </a:p>
      </dgm:t>
    </dgm:pt>
    <dgm:pt modelId="{DABB387C-5696-4F43-8E8E-37A21879A3BB}" type="sibTrans" cxnId="{EA8C7415-B716-4357-9209-E2D4071562CC}">
      <dgm:prSet/>
      <dgm:spPr/>
      <dgm:t>
        <a:bodyPr/>
        <a:lstStyle/>
        <a:p>
          <a:endParaRPr lang="en-US"/>
        </a:p>
      </dgm:t>
    </dgm:pt>
    <dgm:pt modelId="{50DAF860-1F71-4A51-A32C-E8A4CA08052E}">
      <dgm:prSet/>
      <dgm:spPr/>
      <dgm:t>
        <a:bodyPr/>
        <a:lstStyle/>
        <a:p>
          <a:r>
            <a:rPr lang="en-US"/>
            <a:t>Internet Website</a:t>
          </a:r>
        </a:p>
      </dgm:t>
    </dgm:pt>
    <dgm:pt modelId="{4E7D2D63-88EC-4B03-9291-819C871044E9}" type="parTrans" cxnId="{F7614975-9C8B-41C9-9DD3-AB846C9E503B}">
      <dgm:prSet/>
      <dgm:spPr/>
      <dgm:t>
        <a:bodyPr/>
        <a:lstStyle/>
        <a:p>
          <a:endParaRPr lang="en-US"/>
        </a:p>
      </dgm:t>
    </dgm:pt>
    <dgm:pt modelId="{E10092B0-0097-4344-ABB5-BFA49BA61715}" type="sibTrans" cxnId="{F7614975-9C8B-41C9-9DD3-AB846C9E503B}">
      <dgm:prSet/>
      <dgm:spPr/>
      <dgm:t>
        <a:bodyPr/>
        <a:lstStyle/>
        <a:p>
          <a:endParaRPr lang="en-US"/>
        </a:p>
      </dgm:t>
    </dgm:pt>
    <dgm:pt modelId="{8549F59D-F1E6-410B-A446-F7460AAD9DC4}" type="pres">
      <dgm:prSet presAssocID="{75AE3259-8806-4260-9CF1-F00FBD7FA09C}" presName="vert0" presStyleCnt="0">
        <dgm:presLayoutVars>
          <dgm:dir/>
          <dgm:animOne val="branch"/>
          <dgm:animLvl val="lvl"/>
        </dgm:presLayoutVars>
      </dgm:prSet>
      <dgm:spPr/>
    </dgm:pt>
    <dgm:pt modelId="{57F2000F-C68D-422D-B01D-83157AE30452}" type="pres">
      <dgm:prSet presAssocID="{E20ADB75-7DC3-4311-A2B6-F1913F69BBA3}" presName="thickLine" presStyleLbl="alignNode1" presStyleIdx="0" presStyleCnt="9"/>
      <dgm:spPr/>
    </dgm:pt>
    <dgm:pt modelId="{92400052-0B1C-4E14-BE6A-6E8C48EF598D}" type="pres">
      <dgm:prSet presAssocID="{E20ADB75-7DC3-4311-A2B6-F1913F69BBA3}" presName="horz1" presStyleCnt="0"/>
      <dgm:spPr/>
    </dgm:pt>
    <dgm:pt modelId="{37E3469E-28F4-4EBB-856E-CB0A3502580C}" type="pres">
      <dgm:prSet presAssocID="{E20ADB75-7DC3-4311-A2B6-F1913F69BBA3}" presName="tx1" presStyleLbl="revTx" presStyleIdx="0" presStyleCnt="9"/>
      <dgm:spPr/>
    </dgm:pt>
    <dgm:pt modelId="{59EF1843-29B9-4416-B9FD-4051105B2508}" type="pres">
      <dgm:prSet presAssocID="{E20ADB75-7DC3-4311-A2B6-F1913F69BBA3}" presName="vert1" presStyleCnt="0"/>
      <dgm:spPr/>
    </dgm:pt>
    <dgm:pt modelId="{87C8B649-2884-4834-A293-E456DD762D3C}" type="pres">
      <dgm:prSet presAssocID="{7B548B54-D9AC-48DC-8A08-6663D091A7E6}" presName="thickLine" presStyleLbl="alignNode1" presStyleIdx="1" presStyleCnt="9"/>
      <dgm:spPr/>
    </dgm:pt>
    <dgm:pt modelId="{26B97D01-9DD7-433A-B142-9346A9977E28}" type="pres">
      <dgm:prSet presAssocID="{7B548B54-D9AC-48DC-8A08-6663D091A7E6}" presName="horz1" presStyleCnt="0"/>
      <dgm:spPr/>
    </dgm:pt>
    <dgm:pt modelId="{B162FE61-540B-4455-984C-625FA5AD98D4}" type="pres">
      <dgm:prSet presAssocID="{7B548B54-D9AC-48DC-8A08-6663D091A7E6}" presName="tx1" presStyleLbl="revTx" presStyleIdx="1" presStyleCnt="9"/>
      <dgm:spPr/>
    </dgm:pt>
    <dgm:pt modelId="{7ED27967-8EF6-49B2-932B-F1919F541795}" type="pres">
      <dgm:prSet presAssocID="{7B548B54-D9AC-48DC-8A08-6663D091A7E6}" presName="vert1" presStyleCnt="0"/>
      <dgm:spPr/>
    </dgm:pt>
    <dgm:pt modelId="{541B1DB5-58CA-44E6-93EA-F1C58C1C1BAC}" type="pres">
      <dgm:prSet presAssocID="{B78644CC-3DE8-4937-97C4-3D618EE1D09F}" presName="thickLine" presStyleLbl="alignNode1" presStyleIdx="2" presStyleCnt="9"/>
      <dgm:spPr/>
    </dgm:pt>
    <dgm:pt modelId="{6F55187A-4402-47B5-81E4-BC03AD6A9821}" type="pres">
      <dgm:prSet presAssocID="{B78644CC-3DE8-4937-97C4-3D618EE1D09F}" presName="horz1" presStyleCnt="0"/>
      <dgm:spPr/>
    </dgm:pt>
    <dgm:pt modelId="{0933C89C-6975-48CA-9FA3-C214463695F0}" type="pres">
      <dgm:prSet presAssocID="{B78644CC-3DE8-4937-97C4-3D618EE1D09F}" presName="tx1" presStyleLbl="revTx" presStyleIdx="2" presStyleCnt="9"/>
      <dgm:spPr/>
    </dgm:pt>
    <dgm:pt modelId="{150C861B-3026-4F52-9719-2403E640A7A8}" type="pres">
      <dgm:prSet presAssocID="{B78644CC-3DE8-4937-97C4-3D618EE1D09F}" presName="vert1" presStyleCnt="0"/>
      <dgm:spPr/>
    </dgm:pt>
    <dgm:pt modelId="{155FA512-A2D2-492C-9F0C-3D9691EBFD52}" type="pres">
      <dgm:prSet presAssocID="{08642F8F-5C25-4773-9876-B7147551029A}" presName="thickLine" presStyleLbl="alignNode1" presStyleIdx="3" presStyleCnt="9"/>
      <dgm:spPr/>
    </dgm:pt>
    <dgm:pt modelId="{2B87E5D3-0677-43B0-81D3-AA889EEAD955}" type="pres">
      <dgm:prSet presAssocID="{08642F8F-5C25-4773-9876-B7147551029A}" presName="horz1" presStyleCnt="0"/>
      <dgm:spPr/>
    </dgm:pt>
    <dgm:pt modelId="{8012A224-30CB-470B-8D5F-6C2471BE4F84}" type="pres">
      <dgm:prSet presAssocID="{08642F8F-5C25-4773-9876-B7147551029A}" presName="tx1" presStyleLbl="revTx" presStyleIdx="3" presStyleCnt="9"/>
      <dgm:spPr/>
    </dgm:pt>
    <dgm:pt modelId="{4C9B9782-E8A0-4AAF-9AF2-57CFCEF32856}" type="pres">
      <dgm:prSet presAssocID="{08642F8F-5C25-4773-9876-B7147551029A}" presName="vert1" presStyleCnt="0"/>
      <dgm:spPr/>
    </dgm:pt>
    <dgm:pt modelId="{53E57210-5496-43E6-A84C-068E4DC327CA}" type="pres">
      <dgm:prSet presAssocID="{E438D299-3DDA-49D9-ABC0-F1E15D5564E0}" presName="thickLine" presStyleLbl="alignNode1" presStyleIdx="4" presStyleCnt="9"/>
      <dgm:spPr/>
    </dgm:pt>
    <dgm:pt modelId="{4BEEEE55-C587-443D-B31A-69BC7FBD50F8}" type="pres">
      <dgm:prSet presAssocID="{E438D299-3DDA-49D9-ABC0-F1E15D5564E0}" presName="horz1" presStyleCnt="0"/>
      <dgm:spPr/>
    </dgm:pt>
    <dgm:pt modelId="{C69D0989-DBAE-43A0-B79D-C27B7B466BCF}" type="pres">
      <dgm:prSet presAssocID="{E438D299-3DDA-49D9-ABC0-F1E15D5564E0}" presName="tx1" presStyleLbl="revTx" presStyleIdx="4" presStyleCnt="9"/>
      <dgm:spPr/>
    </dgm:pt>
    <dgm:pt modelId="{CA67CE22-627F-4E77-A5B0-4E6E505734BF}" type="pres">
      <dgm:prSet presAssocID="{E438D299-3DDA-49D9-ABC0-F1E15D5564E0}" presName="vert1" presStyleCnt="0"/>
      <dgm:spPr/>
    </dgm:pt>
    <dgm:pt modelId="{2C8FC42B-F667-4F6A-8445-5803102392DC}" type="pres">
      <dgm:prSet presAssocID="{B14951AB-9916-4DBC-BF47-40EDD1E7564F}" presName="thickLine" presStyleLbl="alignNode1" presStyleIdx="5" presStyleCnt="9"/>
      <dgm:spPr/>
    </dgm:pt>
    <dgm:pt modelId="{481AB663-AD3C-4297-931F-394B9E2651BC}" type="pres">
      <dgm:prSet presAssocID="{B14951AB-9916-4DBC-BF47-40EDD1E7564F}" presName="horz1" presStyleCnt="0"/>
      <dgm:spPr/>
    </dgm:pt>
    <dgm:pt modelId="{6FB85E29-443E-4A4F-A090-F1CB1895253A}" type="pres">
      <dgm:prSet presAssocID="{B14951AB-9916-4DBC-BF47-40EDD1E7564F}" presName="tx1" presStyleLbl="revTx" presStyleIdx="5" presStyleCnt="9"/>
      <dgm:spPr/>
    </dgm:pt>
    <dgm:pt modelId="{F652802B-0E59-4A09-9307-924773C01E4F}" type="pres">
      <dgm:prSet presAssocID="{B14951AB-9916-4DBC-BF47-40EDD1E7564F}" presName="vert1" presStyleCnt="0"/>
      <dgm:spPr/>
    </dgm:pt>
    <dgm:pt modelId="{0A0E39C5-1EC9-44CC-8C47-5B6EB0B5A24E}" type="pres">
      <dgm:prSet presAssocID="{BCCAECB8-633F-4D9E-BC35-0A570553A121}" presName="thickLine" presStyleLbl="alignNode1" presStyleIdx="6" presStyleCnt="9"/>
      <dgm:spPr/>
    </dgm:pt>
    <dgm:pt modelId="{4C299E10-45C7-4AE0-9835-8AF5609B870E}" type="pres">
      <dgm:prSet presAssocID="{BCCAECB8-633F-4D9E-BC35-0A570553A121}" presName="horz1" presStyleCnt="0"/>
      <dgm:spPr/>
    </dgm:pt>
    <dgm:pt modelId="{5F42E82F-46BF-401F-A625-8C1059E77F11}" type="pres">
      <dgm:prSet presAssocID="{BCCAECB8-633F-4D9E-BC35-0A570553A121}" presName="tx1" presStyleLbl="revTx" presStyleIdx="6" presStyleCnt="9"/>
      <dgm:spPr/>
    </dgm:pt>
    <dgm:pt modelId="{B1B1B06C-277D-406D-AAEC-90F425156AC9}" type="pres">
      <dgm:prSet presAssocID="{BCCAECB8-633F-4D9E-BC35-0A570553A121}" presName="vert1" presStyleCnt="0"/>
      <dgm:spPr/>
    </dgm:pt>
    <dgm:pt modelId="{0272675B-E145-4177-869D-512AE8E00D59}" type="pres">
      <dgm:prSet presAssocID="{7AA5A29B-D68F-4E06-9924-5CF41A11A0FE}" presName="thickLine" presStyleLbl="alignNode1" presStyleIdx="7" presStyleCnt="9"/>
      <dgm:spPr/>
    </dgm:pt>
    <dgm:pt modelId="{DF27AC4A-568D-4DCD-A606-9CB6CBDA3DC2}" type="pres">
      <dgm:prSet presAssocID="{7AA5A29B-D68F-4E06-9924-5CF41A11A0FE}" presName="horz1" presStyleCnt="0"/>
      <dgm:spPr/>
    </dgm:pt>
    <dgm:pt modelId="{B1A2231A-5E76-4E64-9E37-849518722BFB}" type="pres">
      <dgm:prSet presAssocID="{7AA5A29B-D68F-4E06-9924-5CF41A11A0FE}" presName="tx1" presStyleLbl="revTx" presStyleIdx="7" presStyleCnt="9"/>
      <dgm:spPr/>
    </dgm:pt>
    <dgm:pt modelId="{D20991F9-6102-4EF4-A0D5-75189C7AED51}" type="pres">
      <dgm:prSet presAssocID="{7AA5A29B-D68F-4E06-9924-5CF41A11A0FE}" presName="vert1" presStyleCnt="0"/>
      <dgm:spPr/>
    </dgm:pt>
    <dgm:pt modelId="{337F56EF-28CC-405A-B94B-D278FD250E9E}" type="pres">
      <dgm:prSet presAssocID="{50DAF860-1F71-4A51-A32C-E8A4CA08052E}" presName="thickLine" presStyleLbl="alignNode1" presStyleIdx="8" presStyleCnt="9"/>
      <dgm:spPr/>
    </dgm:pt>
    <dgm:pt modelId="{399B8505-4EF4-48E6-A93A-D95A65740065}" type="pres">
      <dgm:prSet presAssocID="{50DAF860-1F71-4A51-A32C-E8A4CA08052E}" presName="horz1" presStyleCnt="0"/>
      <dgm:spPr/>
    </dgm:pt>
    <dgm:pt modelId="{ABEF14BB-770B-4766-A9C8-161776A1E464}" type="pres">
      <dgm:prSet presAssocID="{50DAF860-1F71-4A51-A32C-E8A4CA08052E}" presName="tx1" presStyleLbl="revTx" presStyleIdx="8" presStyleCnt="9"/>
      <dgm:spPr/>
    </dgm:pt>
    <dgm:pt modelId="{EDE54F4B-46BF-471C-AC5C-5E86C83CFD3C}" type="pres">
      <dgm:prSet presAssocID="{50DAF860-1F71-4A51-A32C-E8A4CA08052E}" presName="vert1" presStyleCnt="0"/>
      <dgm:spPr/>
    </dgm:pt>
  </dgm:ptLst>
  <dgm:cxnLst>
    <dgm:cxn modelId="{EA8C7415-B716-4357-9209-E2D4071562CC}" srcId="{75AE3259-8806-4260-9CF1-F00FBD7FA09C}" destId="{7AA5A29B-D68F-4E06-9924-5CF41A11A0FE}" srcOrd="7" destOrd="0" parTransId="{B26F0AE0-7C8E-463A-873A-B9E223B7FDC4}" sibTransId="{DABB387C-5696-4F43-8E8E-37A21879A3BB}"/>
    <dgm:cxn modelId="{6843EF15-8A30-4921-A1A1-A0F51F693EE8}" type="presOf" srcId="{75AE3259-8806-4260-9CF1-F00FBD7FA09C}" destId="{8549F59D-F1E6-410B-A446-F7460AAD9DC4}" srcOrd="0" destOrd="0" presId="urn:microsoft.com/office/officeart/2008/layout/LinedList"/>
    <dgm:cxn modelId="{A1686E16-9AF3-4190-A0E6-7A4DD9D8B11A}" srcId="{75AE3259-8806-4260-9CF1-F00FBD7FA09C}" destId="{7B548B54-D9AC-48DC-8A08-6663D091A7E6}" srcOrd="1" destOrd="0" parTransId="{8257590B-867E-483B-B1DD-AB426EE555B4}" sibTransId="{5B5815CC-DF9A-4415-9315-54877CBDA59D}"/>
    <dgm:cxn modelId="{F3B77618-F6E2-4756-A252-D3CDD4359DE8}" srcId="{75AE3259-8806-4260-9CF1-F00FBD7FA09C}" destId="{BCCAECB8-633F-4D9E-BC35-0A570553A121}" srcOrd="6" destOrd="0" parTransId="{0402E0A2-7BFB-4937-B1DE-0DD6B27AB4BB}" sibTransId="{52C69548-1D30-4169-88C0-1F7DB06CE7B3}"/>
    <dgm:cxn modelId="{EAA7AE2A-CE4D-43B2-AF64-DB605A81EC25}" type="presOf" srcId="{B14951AB-9916-4DBC-BF47-40EDD1E7564F}" destId="{6FB85E29-443E-4A4F-A090-F1CB1895253A}" srcOrd="0" destOrd="0" presId="urn:microsoft.com/office/officeart/2008/layout/LinedList"/>
    <dgm:cxn modelId="{8AFD3F6A-CECE-40F9-B3D4-0AC23CED3A57}" type="presOf" srcId="{08642F8F-5C25-4773-9876-B7147551029A}" destId="{8012A224-30CB-470B-8D5F-6C2471BE4F84}" srcOrd="0" destOrd="0" presId="urn:microsoft.com/office/officeart/2008/layout/LinedList"/>
    <dgm:cxn modelId="{4ABF3E74-ADEB-4016-AE1F-6A6F2FCDFA32}" type="presOf" srcId="{BCCAECB8-633F-4D9E-BC35-0A570553A121}" destId="{5F42E82F-46BF-401F-A625-8C1059E77F11}" srcOrd="0" destOrd="0" presId="urn:microsoft.com/office/officeart/2008/layout/LinedList"/>
    <dgm:cxn modelId="{1E791555-CCA3-4351-BF2C-18B8ED6D9B9F}" srcId="{75AE3259-8806-4260-9CF1-F00FBD7FA09C}" destId="{E438D299-3DDA-49D9-ABC0-F1E15D5564E0}" srcOrd="4" destOrd="0" parTransId="{210C48B5-2DA8-4AEA-AA1E-7B55D53A2CDF}" sibTransId="{B9A08920-25D1-4948-863F-21193010CFDD}"/>
    <dgm:cxn modelId="{F7614975-9C8B-41C9-9DD3-AB846C9E503B}" srcId="{75AE3259-8806-4260-9CF1-F00FBD7FA09C}" destId="{50DAF860-1F71-4A51-A32C-E8A4CA08052E}" srcOrd="8" destOrd="0" parTransId="{4E7D2D63-88EC-4B03-9291-819C871044E9}" sibTransId="{E10092B0-0097-4344-ABB5-BFA49BA61715}"/>
    <dgm:cxn modelId="{BD3DD178-5816-4E8B-BF42-4C89FBA4D1C3}" srcId="{75AE3259-8806-4260-9CF1-F00FBD7FA09C}" destId="{B78644CC-3DE8-4937-97C4-3D618EE1D09F}" srcOrd="2" destOrd="0" parTransId="{5D703342-DE0D-4066-95D5-10EBCF489A49}" sibTransId="{9DC6EA28-9A87-4E94-BEC5-1547B8537730}"/>
    <dgm:cxn modelId="{EED577A7-234C-4319-8E86-D61A9705A783}" type="presOf" srcId="{E20ADB75-7DC3-4311-A2B6-F1913F69BBA3}" destId="{37E3469E-28F4-4EBB-856E-CB0A3502580C}" srcOrd="0" destOrd="0" presId="urn:microsoft.com/office/officeart/2008/layout/LinedList"/>
    <dgm:cxn modelId="{730929B2-AE6F-486A-B116-20F4625CD73A}" type="presOf" srcId="{B78644CC-3DE8-4937-97C4-3D618EE1D09F}" destId="{0933C89C-6975-48CA-9FA3-C214463695F0}" srcOrd="0" destOrd="0" presId="urn:microsoft.com/office/officeart/2008/layout/LinedList"/>
    <dgm:cxn modelId="{A0B42CB2-A3EF-4869-8B8A-169442944D54}" srcId="{75AE3259-8806-4260-9CF1-F00FBD7FA09C}" destId="{08642F8F-5C25-4773-9876-B7147551029A}" srcOrd="3" destOrd="0" parTransId="{CED02AEB-3286-4FE8-BC16-6B9478646008}" sibTransId="{447521FD-C77D-419A-8D08-ADFBA618F7ED}"/>
    <dgm:cxn modelId="{DDDD42B2-D8EC-4298-B6D5-15DA881FB412}" srcId="{75AE3259-8806-4260-9CF1-F00FBD7FA09C}" destId="{B14951AB-9916-4DBC-BF47-40EDD1E7564F}" srcOrd="5" destOrd="0" parTransId="{CFE77001-5C0D-42DF-BB6F-F5ADBE8C71D6}" sibTransId="{263802E9-D12E-4728-8B54-3924669B709C}"/>
    <dgm:cxn modelId="{E285F4B3-13D4-487A-8D4D-07EC5B6CF9DE}" srcId="{75AE3259-8806-4260-9CF1-F00FBD7FA09C}" destId="{E20ADB75-7DC3-4311-A2B6-F1913F69BBA3}" srcOrd="0" destOrd="0" parTransId="{1DE7B917-A7CD-40FB-8BC3-FB8B8B800381}" sibTransId="{80AD0C4F-C46B-4362-B8BC-3DA49FA1C9CE}"/>
    <dgm:cxn modelId="{F354F7B3-9915-4F71-837C-D952AA151F72}" type="presOf" srcId="{7B548B54-D9AC-48DC-8A08-6663D091A7E6}" destId="{B162FE61-540B-4455-984C-625FA5AD98D4}" srcOrd="0" destOrd="0" presId="urn:microsoft.com/office/officeart/2008/layout/LinedList"/>
    <dgm:cxn modelId="{FC969EB6-7221-42F7-8501-38A93489A5BB}" type="presOf" srcId="{E438D299-3DDA-49D9-ABC0-F1E15D5564E0}" destId="{C69D0989-DBAE-43A0-B79D-C27B7B466BCF}" srcOrd="0" destOrd="0" presId="urn:microsoft.com/office/officeart/2008/layout/LinedList"/>
    <dgm:cxn modelId="{AC1005BA-BEC8-4408-8ED6-6B0E698C68E1}" type="presOf" srcId="{50DAF860-1F71-4A51-A32C-E8A4CA08052E}" destId="{ABEF14BB-770B-4766-A9C8-161776A1E464}" srcOrd="0" destOrd="0" presId="urn:microsoft.com/office/officeart/2008/layout/LinedList"/>
    <dgm:cxn modelId="{6D014AFE-E735-4BFA-B065-B13B45CE281F}" type="presOf" srcId="{7AA5A29B-D68F-4E06-9924-5CF41A11A0FE}" destId="{B1A2231A-5E76-4E64-9E37-849518722BFB}" srcOrd="0" destOrd="0" presId="urn:microsoft.com/office/officeart/2008/layout/LinedList"/>
    <dgm:cxn modelId="{630B01F0-71A8-4F40-93DE-57980376B83A}" type="presParOf" srcId="{8549F59D-F1E6-410B-A446-F7460AAD9DC4}" destId="{57F2000F-C68D-422D-B01D-83157AE30452}" srcOrd="0" destOrd="0" presId="urn:microsoft.com/office/officeart/2008/layout/LinedList"/>
    <dgm:cxn modelId="{3569C1DE-4610-4594-B5E0-59A7D8F7ACF7}" type="presParOf" srcId="{8549F59D-F1E6-410B-A446-F7460AAD9DC4}" destId="{92400052-0B1C-4E14-BE6A-6E8C48EF598D}" srcOrd="1" destOrd="0" presId="urn:microsoft.com/office/officeart/2008/layout/LinedList"/>
    <dgm:cxn modelId="{4A151E56-BA62-4936-82E7-5059AC7132BF}" type="presParOf" srcId="{92400052-0B1C-4E14-BE6A-6E8C48EF598D}" destId="{37E3469E-28F4-4EBB-856E-CB0A3502580C}" srcOrd="0" destOrd="0" presId="urn:microsoft.com/office/officeart/2008/layout/LinedList"/>
    <dgm:cxn modelId="{03A1AA1E-4A1B-40F8-9398-23CE3BFC9B43}" type="presParOf" srcId="{92400052-0B1C-4E14-BE6A-6E8C48EF598D}" destId="{59EF1843-29B9-4416-B9FD-4051105B2508}" srcOrd="1" destOrd="0" presId="urn:microsoft.com/office/officeart/2008/layout/LinedList"/>
    <dgm:cxn modelId="{DDE2B369-2EEC-4792-B357-D2051E6D8FF6}" type="presParOf" srcId="{8549F59D-F1E6-410B-A446-F7460AAD9DC4}" destId="{87C8B649-2884-4834-A293-E456DD762D3C}" srcOrd="2" destOrd="0" presId="urn:microsoft.com/office/officeart/2008/layout/LinedList"/>
    <dgm:cxn modelId="{05195A19-446A-4B7F-99EE-8A5E24EAFAD7}" type="presParOf" srcId="{8549F59D-F1E6-410B-A446-F7460AAD9DC4}" destId="{26B97D01-9DD7-433A-B142-9346A9977E28}" srcOrd="3" destOrd="0" presId="urn:microsoft.com/office/officeart/2008/layout/LinedList"/>
    <dgm:cxn modelId="{98801294-793C-4847-B65B-01F761C4E8A8}" type="presParOf" srcId="{26B97D01-9DD7-433A-B142-9346A9977E28}" destId="{B162FE61-540B-4455-984C-625FA5AD98D4}" srcOrd="0" destOrd="0" presId="urn:microsoft.com/office/officeart/2008/layout/LinedList"/>
    <dgm:cxn modelId="{84B06B83-3A60-4EA9-A4A1-54E7746EAED1}" type="presParOf" srcId="{26B97D01-9DD7-433A-B142-9346A9977E28}" destId="{7ED27967-8EF6-49B2-932B-F1919F541795}" srcOrd="1" destOrd="0" presId="urn:microsoft.com/office/officeart/2008/layout/LinedList"/>
    <dgm:cxn modelId="{8649378A-9C45-4143-A4AE-383BB630DB31}" type="presParOf" srcId="{8549F59D-F1E6-410B-A446-F7460AAD9DC4}" destId="{541B1DB5-58CA-44E6-93EA-F1C58C1C1BAC}" srcOrd="4" destOrd="0" presId="urn:microsoft.com/office/officeart/2008/layout/LinedList"/>
    <dgm:cxn modelId="{5949E649-FE3E-4970-BAA9-2076B6E4C16E}" type="presParOf" srcId="{8549F59D-F1E6-410B-A446-F7460AAD9DC4}" destId="{6F55187A-4402-47B5-81E4-BC03AD6A9821}" srcOrd="5" destOrd="0" presId="urn:microsoft.com/office/officeart/2008/layout/LinedList"/>
    <dgm:cxn modelId="{B702E174-A523-453E-BEA9-EB464BDCC442}" type="presParOf" srcId="{6F55187A-4402-47B5-81E4-BC03AD6A9821}" destId="{0933C89C-6975-48CA-9FA3-C214463695F0}" srcOrd="0" destOrd="0" presId="urn:microsoft.com/office/officeart/2008/layout/LinedList"/>
    <dgm:cxn modelId="{BDE45052-2656-4805-B9D1-ABACB2F7A664}" type="presParOf" srcId="{6F55187A-4402-47B5-81E4-BC03AD6A9821}" destId="{150C861B-3026-4F52-9719-2403E640A7A8}" srcOrd="1" destOrd="0" presId="urn:microsoft.com/office/officeart/2008/layout/LinedList"/>
    <dgm:cxn modelId="{7828FE09-FF81-4E5C-AFEF-2B8A3F9FEF42}" type="presParOf" srcId="{8549F59D-F1E6-410B-A446-F7460AAD9DC4}" destId="{155FA512-A2D2-492C-9F0C-3D9691EBFD52}" srcOrd="6" destOrd="0" presId="urn:microsoft.com/office/officeart/2008/layout/LinedList"/>
    <dgm:cxn modelId="{32D6D856-46D2-4699-AE53-276EE3B83ECB}" type="presParOf" srcId="{8549F59D-F1E6-410B-A446-F7460AAD9DC4}" destId="{2B87E5D3-0677-43B0-81D3-AA889EEAD955}" srcOrd="7" destOrd="0" presId="urn:microsoft.com/office/officeart/2008/layout/LinedList"/>
    <dgm:cxn modelId="{85B475BF-C198-4DA1-8D91-26D432F5545B}" type="presParOf" srcId="{2B87E5D3-0677-43B0-81D3-AA889EEAD955}" destId="{8012A224-30CB-470B-8D5F-6C2471BE4F84}" srcOrd="0" destOrd="0" presId="urn:microsoft.com/office/officeart/2008/layout/LinedList"/>
    <dgm:cxn modelId="{6AE196C3-C8C4-40F6-A433-6E8E3022F843}" type="presParOf" srcId="{2B87E5D3-0677-43B0-81D3-AA889EEAD955}" destId="{4C9B9782-E8A0-4AAF-9AF2-57CFCEF32856}" srcOrd="1" destOrd="0" presId="urn:microsoft.com/office/officeart/2008/layout/LinedList"/>
    <dgm:cxn modelId="{F54CD592-2E9D-4B47-8969-3BBABBE89744}" type="presParOf" srcId="{8549F59D-F1E6-410B-A446-F7460AAD9DC4}" destId="{53E57210-5496-43E6-A84C-068E4DC327CA}" srcOrd="8" destOrd="0" presId="urn:microsoft.com/office/officeart/2008/layout/LinedList"/>
    <dgm:cxn modelId="{581234B4-3161-4E23-8B28-3ADDDD6F8982}" type="presParOf" srcId="{8549F59D-F1E6-410B-A446-F7460AAD9DC4}" destId="{4BEEEE55-C587-443D-B31A-69BC7FBD50F8}" srcOrd="9" destOrd="0" presId="urn:microsoft.com/office/officeart/2008/layout/LinedList"/>
    <dgm:cxn modelId="{9C69F4B0-0F30-4B84-B792-7B9F730EBDC8}" type="presParOf" srcId="{4BEEEE55-C587-443D-B31A-69BC7FBD50F8}" destId="{C69D0989-DBAE-43A0-B79D-C27B7B466BCF}" srcOrd="0" destOrd="0" presId="urn:microsoft.com/office/officeart/2008/layout/LinedList"/>
    <dgm:cxn modelId="{46D3ED1B-2E40-4AB1-A188-218BC862107C}" type="presParOf" srcId="{4BEEEE55-C587-443D-B31A-69BC7FBD50F8}" destId="{CA67CE22-627F-4E77-A5B0-4E6E505734BF}" srcOrd="1" destOrd="0" presId="urn:microsoft.com/office/officeart/2008/layout/LinedList"/>
    <dgm:cxn modelId="{A92DFFD7-F959-4F7B-A494-BA36AE7379BC}" type="presParOf" srcId="{8549F59D-F1E6-410B-A446-F7460AAD9DC4}" destId="{2C8FC42B-F667-4F6A-8445-5803102392DC}" srcOrd="10" destOrd="0" presId="urn:microsoft.com/office/officeart/2008/layout/LinedList"/>
    <dgm:cxn modelId="{61411915-E7B3-40FA-BCEE-998F337263A3}" type="presParOf" srcId="{8549F59D-F1E6-410B-A446-F7460AAD9DC4}" destId="{481AB663-AD3C-4297-931F-394B9E2651BC}" srcOrd="11" destOrd="0" presId="urn:microsoft.com/office/officeart/2008/layout/LinedList"/>
    <dgm:cxn modelId="{FED4EC40-4AC4-45C6-9500-2387A97FC272}" type="presParOf" srcId="{481AB663-AD3C-4297-931F-394B9E2651BC}" destId="{6FB85E29-443E-4A4F-A090-F1CB1895253A}" srcOrd="0" destOrd="0" presId="urn:microsoft.com/office/officeart/2008/layout/LinedList"/>
    <dgm:cxn modelId="{A8C629D9-CA5F-4B78-8EF5-CC8CAF1B65BC}" type="presParOf" srcId="{481AB663-AD3C-4297-931F-394B9E2651BC}" destId="{F652802B-0E59-4A09-9307-924773C01E4F}" srcOrd="1" destOrd="0" presId="urn:microsoft.com/office/officeart/2008/layout/LinedList"/>
    <dgm:cxn modelId="{FAA06372-57A4-4672-BE51-D38D7BD0B422}" type="presParOf" srcId="{8549F59D-F1E6-410B-A446-F7460AAD9DC4}" destId="{0A0E39C5-1EC9-44CC-8C47-5B6EB0B5A24E}" srcOrd="12" destOrd="0" presId="urn:microsoft.com/office/officeart/2008/layout/LinedList"/>
    <dgm:cxn modelId="{7435E4DD-5637-43A4-BEFE-1941B31841B7}" type="presParOf" srcId="{8549F59D-F1E6-410B-A446-F7460AAD9DC4}" destId="{4C299E10-45C7-4AE0-9835-8AF5609B870E}" srcOrd="13" destOrd="0" presId="urn:microsoft.com/office/officeart/2008/layout/LinedList"/>
    <dgm:cxn modelId="{F0336D42-EFA8-4B2F-8F02-3CD9320AB31C}" type="presParOf" srcId="{4C299E10-45C7-4AE0-9835-8AF5609B870E}" destId="{5F42E82F-46BF-401F-A625-8C1059E77F11}" srcOrd="0" destOrd="0" presId="urn:microsoft.com/office/officeart/2008/layout/LinedList"/>
    <dgm:cxn modelId="{BB76A4E3-3AE6-45DC-B4CF-3B480E22DB76}" type="presParOf" srcId="{4C299E10-45C7-4AE0-9835-8AF5609B870E}" destId="{B1B1B06C-277D-406D-AAEC-90F425156AC9}" srcOrd="1" destOrd="0" presId="urn:microsoft.com/office/officeart/2008/layout/LinedList"/>
    <dgm:cxn modelId="{17C16C06-3CDB-4803-8288-4099AE0364DD}" type="presParOf" srcId="{8549F59D-F1E6-410B-A446-F7460AAD9DC4}" destId="{0272675B-E145-4177-869D-512AE8E00D59}" srcOrd="14" destOrd="0" presId="urn:microsoft.com/office/officeart/2008/layout/LinedList"/>
    <dgm:cxn modelId="{3AA4492A-92DC-4AB4-8724-C208499ADB99}" type="presParOf" srcId="{8549F59D-F1E6-410B-A446-F7460AAD9DC4}" destId="{DF27AC4A-568D-4DCD-A606-9CB6CBDA3DC2}" srcOrd="15" destOrd="0" presId="urn:microsoft.com/office/officeart/2008/layout/LinedList"/>
    <dgm:cxn modelId="{C8EC25CB-3BA8-4951-97E6-90561B3429FE}" type="presParOf" srcId="{DF27AC4A-568D-4DCD-A606-9CB6CBDA3DC2}" destId="{B1A2231A-5E76-4E64-9E37-849518722BFB}" srcOrd="0" destOrd="0" presId="urn:microsoft.com/office/officeart/2008/layout/LinedList"/>
    <dgm:cxn modelId="{EE513A8E-DF48-4B94-82C9-2365C19747BB}" type="presParOf" srcId="{DF27AC4A-568D-4DCD-A606-9CB6CBDA3DC2}" destId="{D20991F9-6102-4EF4-A0D5-75189C7AED51}" srcOrd="1" destOrd="0" presId="urn:microsoft.com/office/officeart/2008/layout/LinedList"/>
    <dgm:cxn modelId="{325F103C-E652-41D4-97F1-F8621BBBD5D0}" type="presParOf" srcId="{8549F59D-F1E6-410B-A446-F7460AAD9DC4}" destId="{337F56EF-28CC-405A-B94B-D278FD250E9E}" srcOrd="16" destOrd="0" presId="urn:microsoft.com/office/officeart/2008/layout/LinedList"/>
    <dgm:cxn modelId="{05C8639A-9778-447B-89B4-41A7793AC491}" type="presParOf" srcId="{8549F59D-F1E6-410B-A446-F7460AAD9DC4}" destId="{399B8505-4EF4-48E6-A93A-D95A65740065}" srcOrd="17" destOrd="0" presId="urn:microsoft.com/office/officeart/2008/layout/LinedList"/>
    <dgm:cxn modelId="{2C0ECD23-3256-4BF6-939D-F0B37163E25F}" type="presParOf" srcId="{399B8505-4EF4-48E6-A93A-D95A65740065}" destId="{ABEF14BB-770B-4766-A9C8-161776A1E464}" srcOrd="0" destOrd="0" presId="urn:microsoft.com/office/officeart/2008/layout/LinedList"/>
    <dgm:cxn modelId="{FC63403A-DFE7-459E-A7A5-5A64A912C554}" type="presParOf" srcId="{399B8505-4EF4-48E6-A93A-D95A65740065}" destId="{EDE54F4B-46BF-471C-AC5C-5E86C83CFD3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BFF491-4EC2-4FC3-832A-0DD4FF345CE5}"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E22BFEA0-142C-45F9-A557-D983B4B953B6}">
      <dgm:prSet/>
      <dgm:spPr/>
      <dgm:t>
        <a:bodyPr/>
        <a:lstStyle/>
        <a:p>
          <a:pPr>
            <a:lnSpc>
              <a:spcPct val="100000"/>
            </a:lnSpc>
          </a:pPr>
          <a:r>
            <a:rPr lang="en-US" b="0" i="0" baseline="0"/>
            <a:t>To </a:t>
          </a:r>
          <a:r>
            <a:rPr lang="en-US" b="1" i="0" baseline="0"/>
            <a:t>understand</a:t>
          </a:r>
          <a:r>
            <a:rPr lang="en-US" b="0" i="0" baseline="0"/>
            <a:t> what is already known about a topic.</a:t>
          </a:r>
          <a:endParaRPr lang="en-US"/>
        </a:p>
      </dgm:t>
    </dgm:pt>
    <dgm:pt modelId="{EDF92478-5784-4434-A36C-F2E217EE3B1C}" type="parTrans" cxnId="{AC1BADA4-E0DB-42AC-99E0-31310BF77FFF}">
      <dgm:prSet/>
      <dgm:spPr/>
      <dgm:t>
        <a:bodyPr/>
        <a:lstStyle/>
        <a:p>
          <a:endParaRPr lang="en-US"/>
        </a:p>
      </dgm:t>
    </dgm:pt>
    <dgm:pt modelId="{7156123A-B2EB-40AB-84AB-0C8528C42B9E}" type="sibTrans" cxnId="{AC1BADA4-E0DB-42AC-99E0-31310BF77FFF}">
      <dgm:prSet/>
      <dgm:spPr/>
      <dgm:t>
        <a:bodyPr/>
        <a:lstStyle/>
        <a:p>
          <a:endParaRPr lang="en-US"/>
        </a:p>
      </dgm:t>
    </dgm:pt>
    <dgm:pt modelId="{5D831286-6C47-4C01-8E26-993BA6B32A94}">
      <dgm:prSet/>
      <dgm:spPr/>
      <dgm:t>
        <a:bodyPr/>
        <a:lstStyle/>
        <a:p>
          <a:pPr>
            <a:lnSpc>
              <a:spcPct val="100000"/>
            </a:lnSpc>
          </a:pPr>
          <a:r>
            <a:rPr lang="en-US" b="0" i="0" baseline="0"/>
            <a:t>To </a:t>
          </a:r>
          <a:r>
            <a:rPr lang="en-US" b="1" i="0" baseline="0"/>
            <a:t>avoid duplication</a:t>
          </a:r>
          <a:r>
            <a:rPr lang="en-US" b="0" i="0" baseline="0"/>
            <a:t> of existing work.</a:t>
          </a:r>
          <a:endParaRPr lang="en-US"/>
        </a:p>
      </dgm:t>
    </dgm:pt>
    <dgm:pt modelId="{1AA19F07-4CE8-4922-8332-717E518EAECA}" type="parTrans" cxnId="{B1134B45-4C36-41A3-BE35-00DCEAC48470}">
      <dgm:prSet/>
      <dgm:spPr/>
      <dgm:t>
        <a:bodyPr/>
        <a:lstStyle/>
        <a:p>
          <a:endParaRPr lang="en-US"/>
        </a:p>
      </dgm:t>
    </dgm:pt>
    <dgm:pt modelId="{A7563EB6-E798-4928-BA3D-BC42AB4FBA7B}" type="sibTrans" cxnId="{B1134B45-4C36-41A3-BE35-00DCEAC48470}">
      <dgm:prSet/>
      <dgm:spPr/>
      <dgm:t>
        <a:bodyPr/>
        <a:lstStyle/>
        <a:p>
          <a:endParaRPr lang="en-US"/>
        </a:p>
      </dgm:t>
    </dgm:pt>
    <dgm:pt modelId="{9A31914D-7EFF-4D21-8D18-1D5B56BA9395}">
      <dgm:prSet/>
      <dgm:spPr/>
      <dgm:t>
        <a:bodyPr/>
        <a:lstStyle/>
        <a:p>
          <a:pPr>
            <a:lnSpc>
              <a:spcPct val="100000"/>
            </a:lnSpc>
          </a:pPr>
          <a:r>
            <a:rPr lang="en-US" b="0" i="0" baseline="0"/>
            <a:t>To </a:t>
          </a:r>
          <a:r>
            <a:rPr lang="en-US" b="1" i="0" baseline="0"/>
            <a:t>identify research gaps</a:t>
          </a:r>
          <a:r>
            <a:rPr lang="en-US" b="0" i="0" baseline="0"/>
            <a:t> and new research opportunities.</a:t>
          </a:r>
          <a:endParaRPr lang="en-US"/>
        </a:p>
      </dgm:t>
    </dgm:pt>
    <dgm:pt modelId="{AFA6185E-DEBF-49C2-B7D5-9F7A27A58BA6}" type="parTrans" cxnId="{6FD141CB-4429-4990-ABCB-65BB37ED6E73}">
      <dgm:prSet/>
      <dgm:spPr/>
      <dgm:t>
        <a:bodyPr/>
        <a:lstStyle/>
        <a:p>
          <a:endParaRPr lang="en-US"/>
        </a:p>
      </dgm:t>
    </dgm:pt>
    <dgm:pt modelId="{8AFC7C74-1D00-45AF-83FA-78F7F8F4BDA6}" type="sibTrans" cxnId="{6FD141CB-4429-4990-ABCB-65BB37ED6E73}">
      <dgm:prSet/>
      <dgm:spPr/>
      <dgm:t>
        <a:bodyPr/>
        <a:lstStyle/>
        <a:p>
          <a:endParaRPr lang="en-US"/>
        </a:p>
      </dgm:t>
    </dgm:pt>
    <dgm:pt modelId="{65C2D777-105C-4324-B9B1-E7516E326E57}">
      <dgm:prSet/>
      <dgm:spPr/>
      <dgm:t>
        <a:bodyPr/>
        <a:lstStyle/>
        <a:p>
          <a:pPr>
            <a:lnSpc>
              <a:spcPct val="100000"/>
            </a:lnSpc>
          </a:pPr>
          <a:r>
            <a:rPr lang="en-US" b="0" i="0" baseline="0"/>
            <a:t>To </a:t>
          </a:r>
          <a:r>
            <a:rPr lang="en-US" b="1" i="0" baseline="0"/>
            <a:t>build theoretical grounding</a:t>
          </a:r>
          <a:r>
            <a:rPr lang="en-US" b="0" i="0" baseline="0"/>
            <a:t> for your study.</a:t>
          </a:r>
          <a:endParaRPr lang="en-US"/>
        </a:p>
      </dgm:t>
    </dgm:pt>
    <dgm:pt modelId="{82B93E7B-CF55-44DD-8E8F-DA6E434D17BE}" type="parTrans" cxnId="{5F1FD20B-495A-4576-AD91-91365D6ABC0C}">
      <dgm:prSet/>
      <dgm:spPr/>
      <dgm:t>
        <a:bodyPr/>
        <a:lstStyle/>
        <a:p>
          <a:endParaRPr lang="en-US"/>
        </a:p>
      </dgm:t>
    </dgm:pt>
    <dgm:pt modelId="{D29C950A-1CD0-4DD3-AB60-DE62533A315E}" type="sibTrans" cxnId="{5F1FD20B-495A-4576-AD91-91365D6ABC0C}">
      <dgm:prSet/>
      <dgm:spPr/>
      <dgm:t>
        <a:bodyPr/>
        <a:lstStyle/>
        <a:p>
          <a:endParaRPr lang="en-US"/>
        </a:p>
      </dgm:t>
    </dgm:pt>
    <dgm:pt modelId="{50C5EA9F-5299-45B0-98DE-E4DD9E94F7C0}">
      <dgm:prSet/>
      <dgm:spPr/>
      <dgm:t>
        <a:bodyPr/>
        <a:lstStyle/>
        <a:p>
          <a:pPr>
            <a:lnSpc>
              <a:spcPct val="100000"/>
            </a:lnSpc>
          </a:pPr>
          <a:r>
            <a:rPr lang="en-US" b="0" i="0" baseline="0"/>
            <a:t>To </a:t>
          </a:r>
          <a:r>
            <a:rPr lang="en-US" b="1" i="0" baseline="0"/>
            <a:t>justify your research questions and hypotheses</a:t>
          </a:r>
          <a:r>
            <a:rPr lang="en-US" b="0" i="0" baseline="0"/>
            <a:t>.</a:t>
          </a:r>
          <a:endParaRPr lang="en-US"/>
        </a:p>
      </dgm:t>
    </dgm:pt>
    <dgm:pt modelId="{EB58F999-1196-4221-BC0E-0506CB05BB11}" type="parTrans" cxnId="{A59B2E95-C197-4265-9B78-5F8B196A0FDB}">
      <dgm:prSet/>
      <dgm:spPr/>
      <dgm:t>
        <a:bodyPr/>
        <a:lstStyle/>
        <a:p>
          <a:endParaRPr lang="en-US"/>
        </a:p>
      </dgm:t>
    </dgm:pt>
    <dgm:pt modelId="{67F6F384-818F-42F4-8A92-1C9AD57C6A3F}" type="sibTrans" cxnId="{A59B2E95-C197-4265-9B78-5F8B196A0FDB}">
      <dgm:prSet/>
      <dgm:spPr/>
      <dgm:t>
        <a:bodyPr/>
        <a:lstStyle/>
        <a:p>
          <a:endParaRPr lang="en-US"/>
        </a:p>
      </dgm:t>
    </dgm:pt>
    <dgm:pt modelId="{E80A66CE-491B-42B8-9E51-03077632F76D}">
      <dgm:prSet/>
      <dgm:spPr/>
      <dgm:t>
        <a:bodyPr/>
        <a:lstStyle/>
        <a:p>
          <a:pPr>
            <a:lnSpc>
              <a:spcPct val="100000"/>
            </a:lnSpc>
          </a:pPr>
          <a:r>
            <a:rPr lang="en-US" b="0" i="0" baseline="0"/>
            <a:t>To </a:t>
          </a:r>
          <a:r>
            <a:rPr lang="en-US" b="1" i="0" baseline="0"/>
            <a:t>position your work</a:t>
          </a:r>
          <a:r>
            <a:rPr lang="en-US" b="0" i="0" baseline="0"/>
            <a:t> in the academic conversation.</a:t>
          </a:r>
          <a:endParaRPr lang="en-US"/>
        </a:p>
      </dgm:t>
    </dgm:pt>
    <dgm:pt modelId="{8AC26A4B-1952-4F8A-996E-19317D969C25}" type="parTrans" cxnId="{270AF394-726D-485D-BC93-2A2CE21B52F3}">
      <dgm:prSet/>
      <dgm:spPr/>
      <dgm:t>
        <a:bodyPr/>
        <a:lstStyle/>
        <a:p>
          <a:endParaRPr lang="en-US"/>
        </a:p>
      </dgm:t>
    </dgm:pt>
    <dgm:pt modelId="{7B74EF9D-3B5A-4400-91EE-DF9632361948}" type="sibTrans" cxnId="{270AF394-726D-485D-BC93-2A2CE21B52F3}">
      <dgm:prSet/>
      <dgm:spPr/>
      <dgm:t>
        <a:bodyPr/>
        <a:lstStyle/>
        <a:p>
          <a:endParaRPr lang="en-US"/>
        </a:p>
      </dgm:t>
    </dgm:pt>
    <dgm:pt modelId="{4D04B236-CFA1-455C-AF31-520508318B36}" type="pres">
      <dgm:prSet presAssocID="{DBBFF491-4EC2-4FC3-832A-0DD4FF345CE5}" presName="root" presStyleCnt="0">
        <dgm:presLayoutVars>
          <dgm:dir/>
          <dgm:resizeHandles val="exact"/>
        </dgm:presLayoutVars>
      </dgm:prSet>
      <dgm:spPr/>
    </dgm:pt>
    <dgm:pt modelId="{5773BE05-E4BE-4A11-9D52-76A5BA48DBCE}" type="pres">
      <dgm:prSet presAssocID="{E22BFEA0-142C-45F9-A557-D983B4B953B6}" presName="compNode" presStyleCnt="0"/>
      <dgm:spPr/>
    </dgm:pt>
    <dgm:pt modelId="{1A028A3F-7245-46C8-A9E0-CEFF4C6473EF}" type="pres">
      <dgm:prSet presAssocID="{E22BFEA0-142C-45F9-A557-D983B4B953B6}" presName="bgRect" presStyleLbl="bgShp" presStyleIdx="0" presStyleCnt="6"/>
      <dgm:spPr/>
    </dgm:pt>
    <dgm:pt modelId="{DC7E9F18-E848-4670-B759-64239C515690}" type="pres">
      <dgm:prSet presAssocID="{E22BFEA0-142C-45F9-A557-D983B4B953B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35835939-777A-440B-8277-9FCC0C6E5066}" type="pres">
      <dgm:prSet presAssocID="{E22BFEA0-142C-45F9-A557-D983B4B953B6}" presName="spaceRect" presStyleCnt="0"/>
      <dgm:spPr/>
    </dgm:pt>
    <dgm:pt modelId="{FEBE7A05-AE3F-470B-A955-E861C943F787}" type="pres">
      <dgm:prSet presAssocID="{E22BFEA0-142C-45F9-A557-D983B4B953B6}" presName="parTx" presStyleLbl="revTx" presStyleIdx="0" presStyleCnt="6">
        <dgm:presLayoutVars>
          <dgm:chMax val="0"/>
          <dgm:chPref val="0"/>
        </dgm:presLayoutVars>
      </dgm:prSet>
      <dgm:spPr/>
    </dgm:pt>
    <dgm:pt modelId="{74176F4E-19CD-4AE9-AB69-84E3C67CF485}" type="pres">
      <dgm:prSet presAssocID="{7156123A-B2EB-40AB-84AB-0C8528C42B9E}" presName="sibTrans" presStyleCnt="0"/>
      <dgm:spPr/>
    </dgm:pt>
    <dgm:pt modelId="{7A8B7AC4-BE53-4E10-89B6-785E9A20129A}" type="pres">
      <dgm:prSet presAssocID="{5D831286-6C47-4C01-8E26-993BA6B32A94}" presName="compNode" presStyleCnt="0"/>
      <dgm:spPr/>
    </dgm:pt>
    <dgm:pt modelId="{3E56266A-087E-4FD2-8CCE-0A8DD7AC3939}" type="pres">
      <dgm:prSet presAssocID="{5D831286-6C47-4C01-8E26-993BA6B32A94}" presName="bgRect" presStyleLbl="bgShp" presStyleIdx="1" presStyleCnt="6"/>
      <dgm:spPr/>
    </dgm:pt>
    <dgm:pt modelId="{CA2F8183-2057-4A41-A9CB-CFACF3FB4CE7}" type="pres">
      <dgm:prSet presAssocID="{5D831286-6C47-4C01-8E26-993BA6B32A9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27CDCC9F-F1FC-4DA1-908A-7B40FDFB5705}" type="pres">
      <dgm:prSet presAssocID="{5D831286-6C47-4C01-8E26-993BA6B32A94}" presName="spaceRect" presStyleCnt="0"/>
      <dgm:spPr/>
    </dgm:pt>
    <dgm:pt modelId="{7BD8DE3B-230B-41DB-84E8-02D478F72779}" type="pres">
      <dgm:prSet presAssocID="{5D831286-6C47-4C01-8E26-993BA6B32A94}" presName="parTx" presStyleLbl="revTx" presStyleIdx="1" presStyleCnt="6">
        <dgm:presLayoutVars>
          <dgm:chMax val="0"/>
          <dgm:chPref val="0"/>
        </dgm:presLayoutVars>
      </dgm:prSet>
      <dgm:spPr/>
    </dgm:pt>
    <dgm:pt modelId="{BDEA5317-8F4E-4035-87CE-F0438445AAEB}" type="pres">
      <dgm:prSet presAssocID="{A7563EB6-E798-4928-BA3D-BC42AB4FBA7B}" presName="sibTrans" presStyleCnt="0"/>
      <dgm:spPr/>
    </dgm:pt>
    <dgm:pt modelId="{B2EA6319-0595-4C0B-9D0B-6902E68477B6}" type="pres">
      <dgm:prSet presAssocID="{9A31914D-7EFF-4D21-8D18-1D5B56BA9395}" presName="compNode" presStyleCnt="0"/>
      <dgm:spPr/>
    </dgm:pt>
    <dgm:pt modelId="{1BA6A5F4-9562-4BBD-90A3-04C6905A9374}" type="pres">
      <dgm:prSet presAssocID="{9A31914D-7EFF-4D21-8D18-1D5B56BA9395}" presName="bgRect" presStyleLbl="bgShp" presStyleIdx="2" presStyleCnt="6"/>
      <dgm:spPr/>
    </dgm:pt>
    <dgm:pt modelId="{BA17C4DC-B4E2-4DE2-A9E8-DB0B244B05DC}" type="pres">
      <dgm:prSet presAssocID="{9A31914D-7EFF-4D21-8D18-1D5B56BA939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9D6840A2-672A-4855-9361-FBC239B56A23}" type="pres">
      <dgm:prSet presAssocID="{9A31914D-7EFF-4D21-8D18-1D5B56BA9395}" presName="spaceRect" presStyleCnt="0"/>
      <dgm:spPr/>
    </dgm:pt>
    <dgm:pt modelId="{CD88C851-8478-4999-ABD9-ED9DA9A1F49D}" type="pres">
      <dgm:prSet presAssocID="{9A31914D-7EFF-4D21-8D18-1D5B56BA9395}" presName="parTx" presStyleLbl="revTx" presStyleIdx="2" presStyleCnt="6">
        <dgm:presLayoutVars>
          <dgm:chMax val="0"/>
          <dgm:chPref val="0"/>
        </dgm:presLayoutVars>
      </dgm:prSet>
      <dgm:spPr/>
    </dgm:pt>
    <dgm:pt modelId="{CF407F90-DAC1-40D1-951A-F7516C041DC9}" type="pres">
      <dgm:prSet presAssocID="{8AFC7C74-1D00-45AF-83FA-78F7F8F4BDA6}" presName="sibTrans" presStyleCnt="0"/>
      <dgm:spPr/>
    </dgm:pt>
    <dgm:pt modelId="{2D061E11-265C-4CA7-97A1-62344C4FE22B}" type="pres">
      <dgm:prSet presAssocID="{65C2D777-105C-4324-B9B1-E7516E326E57}" presName="compNode" presStyleCnt="0"/>
      <dgm:spPr/>
    </dgm:pt>
    <dgm:pt modelId="{E6FB50F0-269B-4D39-A503-8B5B596E8B11}" type="pres">
      <dgm:prSet presAssocID="{65C2D777-105C-4324-B9B1-E7516E326E57}" presName="bgRect" presStyleLbl="bgShp" presStyleIdx="3" presStyleCnt="6"/>
      <dgm:spPr/>
    </dgm:pt>
    <dgm:pt modelId="{2F2F7040-CCB6-42E3-B5FA-88AA0D4F9A79}" type="pres">
      <dgm:prSet presAssocID="{65C2D777-105C-4324-B9B1-E7516E326E5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xcavator"/>
        </a:ext>
      </dgm:extLst>
    </dgm:pt>
    <dgm:pt modelId="{97C7C291-CEEE-4B28-878E-1195403871D9}" type="pres">
      <dgm:prSet presAssocID="{65C2D777-105C-4324-B9B1-E7516E326E57}" presName="spaceRect" presStyleCnt="0"/>
      <dgm:spPr/>
    </dgm:pt>
    <dgm:pt modelId="{7C41789D-72EB-4924-B4B0-4E8D57DC5D8F}" type="pres">
      <dgm:prSet presAssocID="{65C2D777-105C-4324-B9B1-E7516E326E57}" presName="parTx" presStyleLbl="revTx" presStyleIdx="3" presStyleCnt="6">
        <dgm:presLayoutVars>
          <dgm:chMax val="0"/>
          <dgm:chPref val="0"/>
        </dgm:presLayoutVars>
      </dgm:prSet>
      <dgm:spPr/>
    </dgm:pt>
    <dgm:pt modelId="{E1A6A32C-1605-4982-83ED-00A715224D29}" type="pres">
      <dgm:prSet presAssocID="{D29C950A-1CD0-4DD3-AB60-DE62533A315E}" presName="sibTrans" presStyleCnt="0"/>
      <dgm:spPr/>
    </dgm:pt>
    <dgm:pt modelId="{ECEF51D4-9F8F-47EA-8151-1169BB38C9A5}" type="pres">
      <dgm:prSet presAssocID="{50C5EA9F-5299-45B0-98DE-E4DD9E94F7C0}" presName="compNode" presStyleCnt="0"/>
      <dgm:spPr/>
    </dgm:pt>
    <dgm:pt modelId="{4B98F743-1F18-4236-BEDE-8CDDB9514676}" type="pres">
      <dgm:prSet presAssocID="{50C5EA9F-5299-45B0-98DE-E4DD9E94F7C0}" presName="bgRect" presStyleLbl="bgShp" presStyleIdx="4" presStyleCnt="6"/>
      <dgm:spPr/>
    </dgm:pt>
    <dgm:pt modelId="{B135C97F-F7CF-478B-8D41-5E8FE727EDAF}" type="pres">
      <dgm:prSet presAssocID="{50C5EA9F-5299-45B0-98DE-E4DD9E94F7C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lp"/>
        </a:ext>
      </dgm:extLst>
    </dgm:pt>
    <dgm:pt modelId="{2FBDF82B-9CA2-4B52-8A06-A7FF1E45F494}" type="pres">
      <dgm:prSet presAssocID="{50C5EA9F-5299-45B0-98DE-E4DD9E94F7C0}" presName="spaceRect" presStyleCnt="0"/>
      <dgm:spPr/>
    </dgm:pt>
    <dgm:pt modelId="{698ED4E2-F8DE-4E97-B3A0-07F24BD43E72}" type="pres">
      <dgm:prSet presAssocID="{50C5EA9F-5299-45B0-98DE-E4DD9E94F7C0}" presName="parTx" presStyleLbl="revTx" presStyleIdx="4" presStyleCnt="6">
        <dgm:presLayoutVars>
          <dgm:chMax val="0"/>
          <dgm:chPref val="0"/>
        </dgm:presLayoutVars>
      </dgm:prSet>
      <dgm:spPr/>
    </dgm:pt>
    <dgm:pt modelId="{4B909AA9-6B39-4161-B48E-D62DB41BCAB3}" type="pres">
      <dgm:prSet presAssocID="{67F6F384-818F-42F4-8A92-1C9AD57C6A3F}" presName="sibTrans" presStyleCnt="0"/>
      <dgm:spPr/>
    </dgm:pt>
    <dgm:pt modelId="{0720561F-5F8A-43F0-926A-15F5374B0761}" type="pres">
      <dgm:prSet presAssocID="{E80A66CE-491B-42B8-9E51-03077632F76D}" presName="compNode" presStyleCnt="0"/>
      <dgm:spPr/>
    </dgm:pt>
    <dgm:pt modelId="{C3DA71D3-3296-4B74-A651-E318095B481C}" type="pres">
      <dgm:prSet presAssocID="{E80A66CE-491B-42B8-9E51-03077632F76D}" presName="bgRect" presStyleLbl="bgShp" presStyleIdx="5" presStyleCnt="6"/>
      <dgm:spPr/>
    </dgm:pt>
    <dgm:pt modelId="{09BBD85F-D548-44CC-A6FA-24FBD26E62FE}" type="pres">
      <dgm:prSet presAssocID="{E80A66CE-491B-42B8-9E51-03077632F76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lassroom"/>
        </a:ext>
      </dgm:extLst>
    </dgm:pt>
    <dgm:pt modelId="{F6C8254A-ED0B-47B7-B860-B9638C85867C}" type="pres">
      <dgm:prSet presAssocID="{E80A66CE-491B-42B8-9E51-03077632F76D}" presName="spaceRect" presStyleCnt="0"/>
      <dgm:spPr/>
    </dgm:pt>
    <dgm:pt modelId="{8C22E13A-3334-4642-A8D9-3546CA99F62F}" type="pres">
      <dgm:prSet presAssocID="{E80A66CE-491B-42B8-9E51-03077632F76D}" presName="parTx" presStyleLbl="revTx" presStyleIdx="5" presStyleCnt="6">
        <dgm:presLayoutVars>
          <dgm:chMax val="0"/>
          <dgm:chPref val="0"/>
        </dgm:presLayoutVars>
      </dgm:prSet>
      <dgm:spPr/>
    </dgm:pt>
  </dgm:ptLst>
  <dgm:cxnLst>
    <dgm:cxn modelId="{605BB201-AC65-4A2D-90FB-602C1BF33FEC}" type="presOf" srcId="{E80A66CE-491B-42B8-9E51-03077632F76D}" destId="{8C22E13A-3334-4642-A8D9-3546CA99F62F}" srcOrd="0" destOrd="0" presId="urn:microsoft.com/office/officeart/2018/2/layout/IconVerticalSolidList"/>
    <dgm:cxn modelId="{5F1FD20B-495A-4576-AD91-91365D6ABC0C}" srcId="{DBBFF491-4EC2-4FC3-832A-0DD4FF345CE5}" destId="{65C2D777-105C-4324-B9B1-E7516E326E57}" srcOrd="3" destOrd="0" parTransId="{82B93E7B-CF55-44DD-8E8F-DA6E434D17BE}" sibTransId="{D29C950A-1CD0-4DD3-AB60-DE62533A315E}"/>
    <dgm:cxn modelId="{868F4C3D-EC1B-421E-A913-4C31D9C1289F}" type="presOf" srcId="{9A31914D-7EFF-4D21-8D18-1D5B56BA9395}" destId="{CD88C851-8478-4999-ABD9-ED9DA9A1F49D}" srcOrd="0" destOrd="0" presId="urn:microsoft.com/office/officeart/2018/2/layout/IconVerticalSolidList"/>
    <dgm:cxn modelId="{8BCBA141-91D7-4F58-8973-615A0C5FBE4B}" type="presOf" srcId="{DBBFF491-4EC2-4FC3-832A-0DD4FF345CE5}" destId="{4D04B236-CFA1-455C-AF31-520508318B36}" srcOrd="0" destOrd="0" presId="urn:microsoft.com/office/officeart/2018/2/layout/IconVerticalSolidList"/>
    <dgm:cxn modelId="{B1134B45-4C36-41A3-BE35-00DCEAC48470}" srcId="{DBBFF491-4EC2-4FC3-832A-0DD4FF345CE5}" destId="{5D831286-6C47-4C01-8E26-993BA6B32A94}" srcOrd="1" destOrd="0" parTransId="{1AA19F07-4CE8-4922-8332-717E518EAECA}" sibTransId="{A7563EB6-E798-4928-BA3D-BC42AB4FBA7B}"/>
    <dgm:cxn modelId="{AB34A689-D618-41FB-A4FE-44F18C5F9055}" type="presOf" srcId="{50C5EA9F-5299-45B0-98DE-E4DD9E94F7C0}" destId="{698ED4E2-F8DE-4E97-B3A0-07F24BD43E72}" srcOrd="0" destOrd="0" presId="urn:microsoft.com/office/officeart/2018/2/layout/IconVerticalSolidList"/>
    <dgm:cxn modelId="{270AF394-726D-485D-BC93-2A2CE21B52F3}" srcId="{DBBFF491-4EC2-4FC3-832A-0DD4FF345CE5}" destId="{E80A66CE-491B-42B8-9E51-03077632F76D}" srcOrd="5" destOrd="0" parTransId="{8AC26A4B-1952-4F8A-996E-19317D969C25}" sibTransId="{7B74EF9D-3B5A-4400-91EE-DF9632361948}"/>
    <dgm:cxn modelId="{A59B2E95-C197-4265-9B78-5F8B196A0FDB}" srcId="{DBBFF491-4EC2-4FC3-832A-0DD4FF345CE5}" destId="{50C5EA9F-5299-45B0-98DE-E4DD9E94F7C0}" srcOrd="4" destOrd="0" parTransId="{EB58F999-1196-4221-BC0E-0506CB05BB11}" sibTransId="{67F6F384-818F-42F4-8A92-1C9AD57C6A3F}"/>
    <dgm:cxn modelId="{AC1BADA4-E0DB-42AC-99E0-31310BF77FFF}" srcId="{DBBFF491-4EC2-4FC3-832A-0DD4FF345CE5}" destId="{E22BFEA0-142C-45F9-A557-D983B4B953B6}" srcOrd="0" destOrd="0" parTransId="{EDF92478-5784-4434-A36C-F2E217EE3B1C}" sibTransId="{7156123A-B2EB-40AB-84AB-0C8528C42B9E}"/>
    <dgm:cxn modelId="{41EEFDBC-F888-4D2F-8319-96B8655DEC53}" type="presOf" srcId="{65C2D777-105C-4324-B9B1-E7516E326E57}" destId="{7C41789D-72EB-4924-B4B0-4E8D57DC5D8F}" srcOrd="0" destOrd="0" presId="urn:microsoft.com/office/officeart/2018/2/layout/IconVerticalSolidList"/>
    <dgm:cxn modelId="{6FD141CB-4429-4990-ABCB-65BB37ED6E73}" srcId="{DBBFF491-4EC2-4FC3-832A-0DD4FF345CE5}" destId="{9A31914D-7EFF-4D21-8D18-1D5B56BA9395}" srcOrd="2" destOrd="0" parTransId="{AFA6185E-DEBF-49C2-B7D5-9F7A27A58BA6}" sibTransId="{8AFC7C74-1D00-45AF-83FA-78F7F8F4BDA6}"/>
    <dgm:cxn modelId="{0FF679D7-E353-4335-95E8-E886F27328EF}" type="presOf" srcId="{5D831286-6C47-4C01-8E26-993BA6B32A94}" destId="{7BD8DE3B-230B-41DB-84E8-02D478F72779}" srcOrd="0" destOrd="0" presId="urn:microsoft.com/office/officeart/2018/2/layout/IconVerticalSolidList"/>
    <dgm:cxn modelId="{345578E1-4A5B-4835-94B5-F4EC9881275B}" type="presOf" srcId="{E22BFEA0-142C-45F9-A557-D983B4B953B6}" destId="{FEBE7A05-AE3F-470B-A955-E861C943F787}" srcOrd="0" destOrd="0" presId="urn:microsoft.com/office/officeart/2018/2/layout/IconVerticalSolidList"/>
    <dgm:cxn modelId="{13D0F07C-4680-4221-A439-A489582F7104}" type="presParOf" srcId="{4D04B236-CFA1-455C-AF31-520508318B36}" destId="{5773BE05-E4BE-4A11-9D52-76A5BA48DBCE}" srcOrd="0" destOrd="0" presId="urn:microsoft.com/office/officeart/2018/2/layout/IconVerticalSolidList"/>
    <dgm:cxn modelId="{526602BA-C4FE-4F10-9488-0BFE634911F6}" type="presParOf" srcId="{5773BE05-E4BE-4A11-9D52-76A5BA48DBCE}" destId="{1A028A3F-7245-46C8-A9E0-CEFF4C6473EF}" srcOrd="0" destOrd="0" presId="urn:microsoft.com/office/officeart/2018/2/layout/IconVerticalSolidList"/>
    <dgm:cxn modelId="{B42222EB-4398-466D-8AEB-53636996C558}" type="presParOf" srcId="{5773BE05-E4BE-4A11-9D52-76A5BA48DBCE}" destId="{DC7E9F18-E848-4670-B759-64239C515690}" srcOrd="1" destOrd="0" presId="urn:microsoft.com/office/officeart/2018/2/layout/IconVerticalSolidList"/>
    <dgm:cxn modelId="{91B9FDFC-4087-43A7-911C-799831AB5AC8}" type="presParOf" srcId="{5773BE05-E4BE-4A11-9D52-76A5BA48DBCE}" destId="{35835939-777A-440B-8277-9FCC0C6E5066}" srcOrd="2" destOrd="0" presId="urn:microsoft.com/office/officeart/2018/2/layout/IconVerticalSolidList"/>
    <dgm:cxn modelId="{329985E1-6893-416D-B7F2-0D8418913DC8}" type="presParOf" srcId="{5773BE05-E4BE-4A11-9D52-76A5BA48DBCE}" destId="{FEBE7A05-AE3F-470B-A955-E861C943F787}" srcOrd="3" destOrd="0" presId="urn:microsoft.com/office/officeart/2018/2/layout/IconVerticalSolidList"/>
    <dgm:cxn modelId="{2085AECF-D278-4318-B714-BF0BCA6C1674}" type="presParOf" srcId="{4D04B236-CFA1-455C-AF31-520508318B36}" destId="{74176F4E-19CD-4AE9-AB69-84E3C67CF485}" srcOrd="1" destOrd="0" presId="urn:microsoft.com/office/officeart/2018/2/layout/IconVerticalSolidList"/>
    <dgm:cxn modelId="{5C79BA3E-041D-498B-90CB-27B72058A195}" type="presParOf" srcId="{4D04B236-CFA1-455C-AF31-520508318B36}" destId="{7A8B7AC4-BE53-4E10-89B6-785E9A20129A}" srcOrd="2" destOrd="0" presId="urn:microsoft.com/office/officeart/2018/2/layout/IconVerticalSolidList"/>
    <dgm:cxn modelId="{C0B351AC-2EB7-44E6-ABCE-375D11CDFACD}" type="presParOf" srcId="{7A8B7AC4-BE53-4E10-89B6-785E9A20129A}" destId="{3E56266A-087E-4FD2-8CCE-0A8DD7AC3939}" srcOrd="0" destOrd="0" presId="urn:microsoft.com/office/officeart/2018/2/layout/IconVerticalSolidList"/>
    <dgm:cxn modelId="{A93FB8AD-A67D-4544-9178-BB58162D21BE}" type="presParOf" srcId="{7A8B7AC4-BE53-4E10-89B6-785E9A20129A}" destId="{CA2F8183-2057-4A41-A9CB-CFACF3FB4CE7}" srcOrd="1" destOrd="0" presId="urn:microsoft.com/office/officeart/2018/2/layout/IconVerticalSolidList"/>
    <dgm:cxn modelId="{88DE10C0-6038-46DB-9A43-980CA5851045}" type="presParOf" srcId="{7A8B7AC4-BE53-4E10-89B6-785E9A20129A}" destId="{27CDCC9F-F1FC-4DA1-908A-7B40FDFB5705}" srcOrd="2" destOrd="0" presId="urn:microsoft.com/office/officeart/2018/2/layout/IconVerticalSolidList"/>
    <dgm:cxn modelId="{219516AE-11D0-442C-A80B-B4ADDE179F0E}" type="presParOf" srcId="{7A8B7AC4-BE53-4E10-89B6-785E9A20129A}" destId="{7BD8DE3B-230B-41DB-84E8-02D478F72779}" srcOrd="3" destOrd="0" presId="urn:microsoft.com/office/officeart/2018/2/layout/IconVerticalSolidList"/>
    <dgm:cxn modelId="{CCB7DB9D-D958-4C37-B562-6314C42334C8}" type="presParOf" srcId="{4D04B236-CFA1-455C-AF31-520508318B36}" destId="{BDEA5317-8F4E-4035-87CE-F0438445AAEB}" srcOrd="3" destOrd="0" presId="urn:microsoft.com/office/officeart/2018/2/layout/IconVerticalSolidList"/>
    <dgm:cxn modelId="{AA0F7D90-967F-47AA-91D8-0F12B7077E11}" type="presParOf" srcId="{4D04B236-CFA1-455C-AF31-520508318B36}" destId="{B2EA6319-0595-4C0B-9D0B-6902E68477B6}" srcOrd="4" destOrd="0" presId="urn:microsoft.com/office/officeart/2018/2/layout/IconVerticalSolidList"/>
    <dgm:cxn modelId="{76BFBEF6-8152-43AE-9DD5-A097B0422D85}" type="presParOf" srcId="{B2EA6319-0595-4C0B-9D0B-6902E68477B6}" destId="{1BA6A5F4-9562-4BBD-90A3-04C6905A9374}" srcOrd="0" destOrd="0" presId="urn:microsoft.com/office/officeart/2018/2/layout/IconVerticalSolidList"/>
    <dgm:cxn modelId="{4F629F13-7A3D-462A-BCEC-9609839C7CC0}" type="presParOf" srcId="{B2EA6319-0595-4C0B-9D0B-6902E68477B6}" destId="{BA17C4DC-B4E2-4DE2-A9E8-DB0B244B05DC}" srcOrd="1" destOrd="0" presId="urn:microsoft.com/office/officeart/2018/2/layout/IconVerticalSolidList"/>
    <dgm:cxn modelId="{C584CD44-8CE2-4376-96C3-3F6FE0D0D7F4}" type="presParOf" srcId="{B2EA6319-0595-4C0B-9D0B-6902E68477B6}" destId="{9D6840A2-672A-4855-9361-FBC239B56A23}" srcOrd="2" destOrd="0" presId="urn:microsoft.com/office/officeart/2018/2/layout/IconVerticalSolidList"/>
    <dgm:cxn modelId="{412A3C1C-4668-4A29-BE68-DDDE5D403E0A}" type="presParOf" srcId="{B2EA6319-0595-4C0B-9D0B-6902E68477B6}" destId="{CD88C851-8478-4999-ABD9-ED9DA9A1F49D}" srcOrd="3" destOrd="0" presId="urn:microsoft.com/office/officeart/2018/2/layout/IconVerticalSolidList"/>
    <dgm:cxn modelId="{A2698E35-F38D-46CE-BECF-D6648E12F894}" type="presParOf" srcId="{4D04B236-CFA1-455C-AF31-520508318B36}" destId="{CF407F90-DAC1-40D1-951A-F7516C041DC9}" srcOrd="5" destOrd="0" presId="urn:microsoft.com/office/officeart/2018/2/layout/IconVerticalSolidList"/>
    <dgm:cxn modelId="{9C692305-698B-43EF-BDCC-DB1AC75DB934}" type="presParOf" srcId="{4D04B236-CFA1-455C-AF31-520508318B36}" destId="{2D061E11-265C-4CA7-97A1-62344C4FE22B}" srcOrd="6" destOrd="0" presId="urn:microsoft.com/office/officeart/2018/2/layout/IconVerticalSolidList"/>
    <dgm:cxn modelId="{5F541CBF-8BD0-4F97-8D70-9F1A5B4359CE}" type="presParOf" srcId="{2D061E11-265C-4CA7-97A1-62344C4FE22B}" destId="{E6FB50F0-269B-4D39-A503-8B5B596E8B11}" srcOrd="0" destOrd="0" presId="urn:microsoft.com/office/officeart/2018/2/layout/IconVerticalSolidList"/>
    <dgm:cxn modelId="{19B63BF0-0129-47A4-84A2-8A18384076C3}" type="presParOf" srcId="{2D061E11-265C-4CA7-97A1-62344C4FE22B}" destId="{2F2F7040-CCB6-42E3-B5FA-88AA0D4F9A79}" srcOrd="1" destOrd="0" presId="urn:microsoft.com/office/officeart/2018/2/layout/IconVerticalSolidList"/>
    <dgm:cxn modelId="{D185211A-DDE5-4CDA-9A31-876C88A9593C}" type="presParOf" srcId="{2D061E11-265C-4CA7-97A1-62344C4FE22B}" destId="{97C7C291-CEEE-4B28-878E-1195403871D9}" srcOrd="2" destOrd="0" presId="urn:microsoft.com/office/officeart/2018/2/layout/IconVerticalSolidList"/>
    <dgm:cxn modelId="{B86E2EA7-7CAC-424B-9564-746D8DF58ADC}" type="presParOf" srcId="{2D061E11-265C-4CA7-97A1-62344C4FE22B}" destId="{7C41789D-72EB-4924-B4B0-4E8D57DC5D8F}" srcOrd="3" destOrd="0" presId="urn:microsoft.com/office/officeart/2018/2/layout/IconVerticalSolidList"/>
    <dgm:cxn modelId="{ACA8DC4D-6F13-4BCD-B1AA-770F691578A4}" type="presParOf" srcId="{4D04B236-CFA1-455C-AF31-520508318B36}" destId="{E1A6A32C-1605-4982-83ED-00A715224D29}" srcOrd="7" destOrd="0" presId="urn:microsoft.com/office/officeart/2018/2/layout/IconVerticalSolidList"/>
    <dgm:cxn modelId="{A97184AF-B6A0-48B7-8957-8CEA229A53B3}" type="presParOf" srcId="{4D04B236-CFA1-455C-AF31-520508318B36}" destId="{ECEF51D4-9F8F-47EA-8151-1169BB38C9A5}" srcOrd="8" destOrd="0" presId="urn:microsoft.com/office/officeart/2018/2/layout/IconVerticalSolidList"/>
    <dgm:cxn modelId="{6F009C03-77AE-4E90-ADA4-E01F10C6179B}" type="presParOf" srcId="{ECEF51D4-9F8F-47EA-8151-1169BB38C9A5}" destId="{4B98F743-1F18-4236-BEDE-8CDDB9514676}" srcOrd="0" destOrd="0" presId="urn:microsoft.com/office/officeart/2018/2/layout/IconVerticalSolidList"/>
    <dgm:cxn modelId="{5AFC8D6E-E8A0-4F5D-B2B1-20B10C750B14}" type="presParOf" srcId="{ECEF51D4-9F8F-47EA-8151-1169BB38C9A5}" destId="{B135C97F-F7CF-478B-8D41-5E8FE727EDAF}" srcOrd="1" destOrd="0" presId="urn:microsoft.com/office/officeart/2018/2/layout/IconVerticalSolidList"/>
    <dgm:cxn modelId="{1AE0FB7F-E331-466F-A46D-5AEED70E3CFC}" type="presParOf" srcId="{ECEF51D4-9F8F-47EA-8151-1169BB38C9A5}" destId="{2FBDF82B-9CA2-4B52-8A06-A7FF1E45F494}" srcOrd="2" destOrd="0" presId="urn:microsoft.com/office/officeart/2018/2/layout/IconVerticalSolidList"/>
    <dgm:cxn modelId="{6FBD0D3D-2424-460E-BFE5-7A3B12C1F449}" type="presParOf" srcId="{ECEF51D4-9F8F-47EA-8151-1169BB38C9A5}" destId="{698ED4E2-F8DE-4E97-B3A0-07F24BD43E72}" srcOrd="3" destOrd="0" presId="urn:microsoft.com/office/officeart/2018/2/layout/IconVerticalSolidList"/>
    <dgm:cxn modelId="{7F0B6838-87C4-445B-96BB-243A175E6EF2}" type="presParOf" srcId="{4D04B236-CFA1-455C-AF31-520508318B36}" destId="{4B909AA9-6B39-4161-B48E-D62DB41BCAB3}" srcOrd="9" destOrd="0" presId="urn:microsoft.com/office/officeart/2018/2/layout/IconVerticalSolidList"/>
    <dgm:cxn modelId="{E4BAC420-68AB-480E-8E06-076A8AEBA85E}" type="presParOf" srcId="{4D04B236-CFA1-455C-AF31-520508318B36}" destId="{0720561F-5F8A-43F0-926A-15F5374B0761}" srcOrd="10" destOrd="0" presId="urn:microsoft.com/office/officeart/2018/2/layout/IconVerticalSolidList"/>
    <dgm:cxn modelId="{0083A140-56E8-44DB-92AE-013AA4C58E4C}" type="presParOf" srcId="{0720561F-5F8A-43F0-926A-15F5374B0761}" destId="{C3DA71D3-3296-4B74-A651-E318095B481C}" srcOrd="0" destOrd="0" presId="urn:microsoft.com/office/officeart/2018/2/layout/IconVerticalSolidList"/>
    <dgm:cxn modelId="{26EA502A-863E-4B65-9013-39F8E6A44F8C}" type="presParOf" srcId="{0720561F-5F8A-43F0-926A-15F5374B0761}" destId="{09BBD85F-D548-44CC-A6FA-24FBD26E62FE}" srcOrd="1" destOrd="0" presId="urn:microsoft.com/office/officeart/2018/2/layout/IconVerticalSolidList"/>
    <dgm:cxn modelId="{FFA925AC-4ACC-442B-891C-E0493141B88E}" type="presParOf" srcId="{0720561F-5F8A-43F0-926A-15F5374B0761}" destId="{F6C8254A-ED0B-47B7-B860-B9638C85867C}" srcOrd="2" destOrd="0" presId="urn:microsoft.com/office/officeart/2018/2/layout/IconVerticalSolidList"/>
    <dgm:cxn modelId="{F7D2C44B-4FF7-4732-8901-75AE9AE26062}" type="presParOf" srcId="{0720561F-5F8A-43F0-926A-15F5374B0761}" destId="{8C22E13A-3334-4642-A8D9-3546CA99F62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A65433-C87D-4312-8D8F-9F2C07FAF75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9A65AB1-CBAF-4FA6-A699-2A8F3F9E8C7F}">
      <dgm:prSet/>
      <dgm:spPr/>
      <dgm:t>
        <a:bodyPr/>
        <a:lstStyle/>
        <a:p>
          <a:pPr>
            <a:lnSpc>
              <a:spcPct val="100000"/>
            </a:lnSpc>
          </a:pPr>
          <a:r>
            <a:rPr lang="en-US"/>
            <a:t>A good literature review:</a:t>
          </a:r>
        </a:p>
      </dgm:t>
    </dgm:pt>
    <dgm:pt modelId="{44F0A67E-27E5-4783-A45B-6A6C4BE51783}" type="parTrans" cxnId="{7A30387C-CAB5-4DAF-8DF9-64AD3F80B11C}">
      <dgm:prSet/>
      <dgm:spPr/>
      <dgm:t>
        <a:bodyPr/>
        <a:lstStyle/>
        <a:p>
          <a:endParaRPr lang="en-US"/>
        </a:p>
      </dgm:t>
    </dgm:pt>
    <dgm:pt modelId="{6C2AD09D-5576-4149-A6BC-2C7F64FD6EF1}" type="sibTrans" cxnId="{7A30387C-CAB5-4DAF-8DF9-64AD3F80B11C}">
      <dgm:prSet/>
      <dgm:spPr/>
      <dgm:t>
        <a:bodyPr/>
        <a:lstStyle/>
        <a:p>
          <a:pPr>
            <a:lnSpc>
              <a:spcPct val="100000"/>
            </a:lnSpc>
          </a:pPr>
          <a:endParaRPr lang="en-US"/>
        </a:p>
      </dgm:t>
    </dgm:pt>
    <dgm:pt modelId="{B2E153FB-202B-4B1B-8B46-FE1A8D93C67F}">
      <dgm:prSet/>
      <dgm:spPr/>
      <dgm:t>
        <a:bodyPr/>
        <a:lstStyle/>
        <a:p>
          <a:pPr>
            <a:lnSpc>
              <a:spcPct val="100000"/>
            </a:lnSpc>
          </a:pPr>
          <a:r>
            <a:rPr lang="en-US"/>
            <a:t>Maps the </a:t>
          </a:r>
          <a:r>
            <a:rPr lang="en-US" b="1"/>
            <a:t>conceptual framework</a:t>
          </a:r>
          <a:r>
            <a:rPr lang="en-US"/>
            <a:t> of your study.</a:t>
          </a:r>
        </a:p>
      </dgm:t>
    </dgm:pt>
    <dgm:pt modelId="{7B3BE21A-C258-4166-BBF3-75A61220C574}" type="parTrans" cxnId="{E282B0B2-A186-4794-AF2E-02DC344F5118}">
      <dgm:prSet/>
      <dgm:spPr/>
      <dgm:t>
        <a:bodyPr/>
        <a:lstStyle/>
        <a:p>
          <a:endParaRPr lang="en-US"/>
        </a:p>
      </dgm:t>
    </dgm:pt>
    <dgm:pt modelId="{1D5E436F-F18F-4A29-BC48-E526C90A8D50}" type="sibTrans" cxnId="{E282B0B2-A186-4794-AF2E-02DC344F5118}">
      <dgm:prSet/>
      <dgm:spPr/>
      <dgm:t>
        <a:bodyPr/>
        <a:lstStyle/>
        <a:p>
          <a:pPr>
            <a:lnSpc>
              <a:spcPct val="100000"/>
            </a:lnSpc>
          </a:pPr>
          <a:endParaRPr lang="en-US"/>
        </a:p>
      </dgm:t>
    </dgm:pt>
    <dgm:pt modelId="{44D7581E-0C0A-43A3-B72F-E962B6B3F472}">
      <dgm:prSet/>
      <dgm:spPr/>
      <dgm:t>
        <a:bodyPr/>
        <a:lstStyle/>
        <a:p>
          <a:pPr>
            <a:lnSpc>
              <a:spcPct val="100000"/>
            </a:lnSpc>
          </a:pPr>
          <a:r>
            <a:rPr lang="en-US"/>
            <a:t>Identifies </a:t>
          </a:r>
          <a:r>
            <a:rPr lang="en-US" b="1"/>
            <a:t>patterns, contradictions, and trends</a:t>
          </a:r>
          <a:r>
            <a:rPr lang="en-US"/>
            <a:t>.</a:t>
          </a:r>
        </a:p>
      </dgm:t>
    </dgm:pt>
    <dgm:pt modelId="{A6CEAA6C-1FD1-4F77-9133-A781E2C3ABB3}" type="parTrans" cxnId="{A21CFD79-6C1E-48CB-B3E5-AF5870421C48}">
      <dgm:prSet/>
      <dgm:spPr/>
      <dgm:t>
        <a:bodyPr/>
        <a:lstStyle/>
        <a:p>
          <a:endParaRPr lang="en-US"/>
        </a:p>
      </dgm:t>
    </dgm:pt>
    <dgm:pt modelId="{7D57673E-0E6E-42FD-9F1E-B810578D5251}" type="sibTrans" cxnId="{A21CFD79-6C1E-48CB-B3E5-AF5870421C48}">
      <dgm:prSet/>
      <dgm:spPr/>
      <dgm:t>
        <a:bodyPr/>
        <a:lstStyle/>
        <a:p>
          <a:pPr>
            <a:lnSpc>
              <a:spcPct val="100000"/>
            </a:lnSpc>
          </a:pPr>
          <a:endParaRPr lang="en-US"/>
        </a:p>
      </dgm:t>
    </dgm:pt>
    <dgm:pt modelId="{0AFD2357-E67D-4E1B-8461-0F214230A21A}">
      <dgm:prSet/>
      <dgm:spPr/>
      <dgm:t>
        <a:bodyPr/>
        <a:lstStyle/>
        <a:p>
          <a:pPr>
            <a:lnSpc>
              <a:spcPct val="100000"/>
            </a:lnSpc>
          </a:pPr>
          <a:r>
            <a:rPr lang="en-US"/>
            <a:t>Evaluates </a:t>
          </a:r>
          <a:r>
            <a:rPr lang="en-US" b="1"/>
            <a:t>methodologies</a:t>
          </a:r>
          <a:r>
            <a:rPr lang="en-US"/>
            <a:t> used in prior studies.</a:t>
          </a:r>
        </a:p>
      </dgm:t>
    </dgm:pt>
    <dgm:pt modelId="{372D8EBE-03F6-4294-830A-877B8F342AF7}" type="parTrans" cxnId="{C04937E4-F769-4006-A8F6-F79409104C69}">
      <dgm:prSet/>
      <dgm:spPr/>
      <dgm:t>
        <a:bodyPr/>
        <a:lstStyle/>
        <a:p>
          <a:endParaRPr lang="en-US"/>
        </a:p>
      </dgm:t>
    </dgm:pt>
    <dgm:pt modelId="{667F41EB-431F-47BD-AE23-630318A244E2}" type="sibTrans" cxnId="{C04937E4-F769-4006-A8F6-F79409104C69}">
      <dgm:prSet/>
      <dgm:spPr/>
      <dgm:t>
        <a:bodyPr/>
        <a:lstStyle/>
        <a:p>
          <a:pPr>
            <a:lnSpc>
              <a:spcPct val="100000"/>
            </a:lnSpc>
          </a:pPr>
          <a:endParaRPr lang="en-US"/>
        </a:p>
      </dgm:t>
    </dgm:pt>
    <dgm:pt modelId="{7AC2B9A6-F0B6-43A9-B4D7-3A95D30B8516}">
      <dgm:prSet/>
      <dgm:spPr/>
      <dgm:t>
        <a:bodyPr/>
        <a:lstStyle/>
        <a:p>
          <a:pPr>
            <a:lnSpc>
              <a:spcPct val="100000"/>
            </a:lnSpc>
          </a:pPr>
          <a:r>
            <a:rPr lang="en-US"/>
            <a:t>Highlights </a:t>
          </a:r>
          <a:r>
            <a:rPr lang="en-US" b="1"/>
            <a:t>limitations</a:t>
          </a:r>
          <a:r>
            <a:rPr lang="en-US"/>
            <a:t> and proposes </a:t>
          </a:r>
          <a:r>
            <a:rPr lang="en-US" b="1"/>
            <a:t>future directions</a:t>
          </a:r>
          <a:r>
            <a:rPr lang="en-US"/>
            <a:t>.</a:t>
          </a:r>
        </a:p>
      </dgm:t>
    </dgm:pt>
    <dgm:pt modelId="{556593B8-DDBE-4A3B-8E58-7CB634F8B185}" type="parTrans" cxnId="{754F6E86-2677-4BB4-8DB4-4BF99500C07D}">
      <dgm:prSet/>
      <dgm:spPr/>
      <dgm:t>
        <a:bodyPr/>
        <a:lstStyle/>
        <a:p>
          <a:endParaRPr lang="en-US"/>
        </a:p>
      </dgm:t>
    </dgm:pt>
    <dgm:pt modelId="{564C6E44-BEF1-4DFD-A6BB-61EFD9E02FB6}" type="sibTrans" cxnId="{754F6E86-2677-4BB4-8DB4-4BF99500C07D}">
      <dgm:prSet/>
      <dgm:spPr/>
      <dgm:t>
        <a:bodyPr/>
        <a:lstStyle/>
        <a:p>
          <a:pPr>
            <a:lnSpc>
              <a:spcPct val="100000"/>
            </a:lnSpc>
          </a:pPr>
          <a:endParaRPr lang="en-US"/>
        </a:p>
      </dgm:t>
    </dgm:pt>
    <dgm:pt modelId="{E9B018B1-6334-4214-AF28-DDDE393A95D5}">
      <dgm:prSet/>
      <dgm:spPr/>
      <dgm:t>
        <a:bodyPr/>
        <a:lstStyle/>
        <a:p>
          <a:pPr>
            <a:lnSpc>
              <a:spcPct val="100000"/>
            </a:lnSpc>
          </a:pPr>
          <a:r>
            <a:rPr lang="en-US"/>
            <a:t>Provides </a:t>
          </a:r>
          <a:r>
            <a:rPr lang="en-US" b="1"/>
            <a:t>justification</a:t>
          </a:r>
          <a:r>
            <a:rPr lang="en-US"/>
            <a:t> for your study design.</a:t>
          </a:r>
        </a:p>
      </dgm:t>
    </dgm:pt>
    <dgm:pt modelId="{E87B18DF-6DBC-4FF3-BAAE-074372F456EB}" type="parTrans" cxnId="{87012556-091F-489D-AB2D-2A704C2EDE87}">
      <dgm:prSet/>
      <dgm:spPr/>
      <dgm:t>
        <a:bodyPr/>
        <a:lstStyle/>
        <a:p>
          <a:endParaRPr lang="en-US"/>
        </a:p>
      </dgm:t>
    </dgm:pt>
    <dgm:pt modelId="{5A00784F-FEA4-467C-AF40-8E8ACE6A8F5F}" type="sibTrans" cxnId="{87012556-091F-489D-AB2D-2A704C2EDE87}">
      <dgm:prSet/>
      <dgm:spPr/>
      <dgm:t>
        <a:bodyPr/>
        <a:lstStyle/>
        <a:p>
          <a:endParaRPr lang="en-US"/>
        </a:p>
      </dgm:t>
    </dgm:pt>
    <dgm:pt modelId="{C97DD19D-64FE-4475-8210-AD210A1833F6}" type="pres">
      <dgm:prSet presAssocID="{27A65433-C87D-4312-8D8F-9F2C07FAF755}" presName="root" presStyleCnt="0">
        <dgm:presLayoutVars>
          <dgm:dir/>
          <dgm:resizeHandles val="exact"/>
        </dgm:presLayoutVars>
      </dgm:prSet>
      <dgm:spPr/>
    </dgm:pt>
    <dgm:pt modelId="{E85CF7B8-D834-437D-9F92-D1D789A1D026}" type="pres">
      <dgm:prSet presAssocID="{27A65433-C87D-4312-8D8F-9F2C07FAF755}" presName="container" presStyleCnt="0">
        <dgm:presLayoutVars>
          <dgm:dir/>
          <dgm:resizeHandles val="exact"/>
        </dgm:presLayoutVars>
      </dgm:prSet>
      <dgm:spPr/>
    </dgm:pt>
    <dgm:pt modelId="{3F482D62-0639-4212-B0CD-CD2091FC547F}" type="pres">
      <dgm:prSet presAssocID="{D9A65AB1-CBAF-4FA6-A699-2A8F3F9E8C7F}" presName="compNode" presStyleCnt="0"/>
      <dgm:spPr/>
    </dgm:pt>
    <dgm:pt modelId="{C5F863A7-2988-4D3F-AF31-CCADF7A27C98}" type="pres">
      <dgm:prSet presAssocID="{D9A65AB1-CBAF-4FA6-A699-2A8F3F9E8C7F}" presName="iconBgRect" presStyleLbl="bgShp" presStyleIdx="0" presStyleCnt="6"/>
      <dgm:spPr/>
    </dgm:pt>
    <dgm:pt modelId="{2081C1C0-9DEC-4E79-94A1-83BB191EC86D}" type="pres">
      <dgm:prSet presAssocID="{D9A65AB1-CBAF-4FA6-A699-2A8F3F9E8C7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166BAF17-E201-4262-8DD4-97B67688ECAE}" type="pres">
      <dgm:prSet presAssocID="{D9A65AB1-CBAF-4FA6-A699-2A8F3F9E8C7F}" presName="spaceRect" presStyleCnt="0"/>
      <dgm:spPr/>
    </dgm:pt>
    <dgm:pt modelId="{B0DF6B5D-1F8A-4F70-B96A-3DE45999F41A}" type="pres">
      <dgm:prSet presAssocID="{D9A65AB1-CBAF-4FA6-A699-2A8F3F9E8C7F}" presName="textRect" presStyleLbl="revTx" presStyleIdx="0" presStyleCnt="6">
        <dgm:presLayoutVars>
          <dgm:chMax val="1"/>
          <dgm:chPref val="1"/>
        </dgm:presLayoutVars>
      </dgm:prSet>
      <dgm:spPr/>
    </dgm:pt>
    <dgm:pt modelId="{5A3037B9-41D0-4D78-96AC-7BD4426D03D0}" type="pres">
      <dgm:prSet presAssocID="{6C2AD09D-5576-4149-A6BC-2C7F64FD6EF1}" presName="sibTrans" presStyleLbl="sibTrans2D1" presStyleIdx="0" presStyleCnt="0"/>
      <dgm:spPr/>
    </dgm:pt>
    <dgm:pt modelId="{3C81D4AE-0314-45C7-BB2D-C4C30CAA9843}" type="pres">
      <dgm:prSet presAssocID="{B2E153FB-202B-4B1B-8B46-FE1A8D93C67F}" presName="compNode" presStyleCnt="0"/>
      <dgm:spPr/>
    </dgm:pt>
    <dgm:pt modelId="{B93408D9-23C3-4C8D-9309-8EBA4DA234AA}" type="pres">
      <dgm:prSet presAssocID="{B2E153FB-202B-4B1B-8B46-FE1A8D93C67F}" presName="iconBgRect" presStyleLbl="bgShp" presStyleIdx="1" presStyleCnt="6"/>
      <dgm:spPr/>
    </dgm:pt>
    <dgm:pt modelId="{D4B72D00-3D6C-4517-B5F2-8CB4BD3A0014}" type="pres">
      <dgm:prSet presAssocID="{B2E153FB-202B-4B1B-8B46-FE1A8D93C67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p with pin"/>
        </a:ext>
      </dgm:extLst>
    </dgm:pt>
    <dgm:pt modelId="{67B34333-9C9B-4B21-8916-E9AFACC362B8}" type="pres">
      <dgm:prSet presAssocID="{B2E153FB-202B-4B1B-8B46-FE1A8D93C67F}" presName="spaceRect" presStyleCnt="0"/>
      <dgm:spPr/>
    </dgm:pt>
    <dgm:pt modelId="{92CD2D70-F25D-4EE6-8088-BAABB40F4BFC}" type="pres">
      <dgm:prSet presAssocID="{B2E153FB-202B-4B1B-8B46-FE1A8D93C67F}" presName="textRect" presStyleLbl="revTx" presStyleIdx="1" presStyleCnt="6">
        <dgm:presLayoutVars>
          <dgm:chMax val="1"/>
          <dgm:chPref val="1"/>
        </dgm:presLayoutVars>
      </dgm:prSet>
      <dgm:spPr/>
    </dgm:pt>
    <dgm:pt modelId="{CEDA2EBC-6582-4951-AABF-0299CBF375DE}" type="pres">
      <dgm:prSet presAssocID="{1D5E436F-F18F-4A29-BC48-E526C90A8D50}" presName="sibTrans" presStyleLbl="sibTrans2D1" presStyleIdx="0" presStyleCnt="0"/>
      <dgm:spPr/>
    </dgm:pt>
    <dgm:pt modelId="{97BD5CD6-5B61-431C-8A59-31425369BA98}" type="pres">
      <dgm:prSet presAssocID="{44D7581E-0C0A-43A3-B72F-E962B6B3F472}" presName="compNode" presStyleCnt="0"/>
      <dgm:spPr/>
    </dgm:pt>
    <dgm:pt modelId="{0AFE22EB-5929-4932-81DC-8C116E060FEA}" type="pres">
      <dgm:prSet presAssocID="{44D7581E-0C0A-43A3-B72F-E962B6B3F472}" presName="iconBgRect" presStyleLbl="bgShp" presStyleIdx="2" presStyleCnt="6"/>
      <dgm:spPr/>
    </dgm:pt>
    <dgm:pt modelId="{F1FBF17D-6A58-4B1B-8A09-3E53E191C4D5}" type="pres">
      <dgm:prSet presAssocID="{44D7581E-0C0A-43A3-B72F-E962B6B3F47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8EB90B21-8799-48EB-A5D9-59873D3EA518}" type="pres">
      <dgm:prSet presAssocID="{44D7581E-0C0A-43A3-B72F-E962B6B3F472}" presName="spaceRect" presStyleCnt="0"/>
      <dgm:spPr/>
    </dgm:pt>
    <dgm:pt modelId="{4F3B1B19-DEC8-4BA5-B88F-E8B98F74E33A}" type="pres">
      <dgm:prSet presAssocID="{44D7581E-0C0A-43A3-B72F-E962B6B3F472}" presName="textRect" presStyleLbl="revTx" presStyleIdx="2" presStyleCnt="6">
        <dgm:presLayoutVars>
          <dgm:chMax val="1"/>
          <dgm:chPref val="1"/>
        </dgm:presLayoutVars>
      </dgm:prSet>
      <dgm:spPr/>
    </dgm:pt>
    <dgm:pt modelId="{2CF7CC74-6EB1-49F9-A260-4D696A0D535C}" type="pres">
      <dgm:prSet presAssocID="{7D57673E-0E6E-42FD-9F1E-B810578D5251}" presName="sibTrans" presStyleLbl="sibTrans2D1" presStyleIdx="0" presStyleCnt="0"/>
      <dgm:spPr/>
    </dgm:pt>
    <dgm:pt modelId="{D2BE2E88-B36B-4269-B48A-D6F182A637C8}" type="pres">
      <dgm:prSet presAssocID="{0AFD2357-E67D-4E1B-8461-0F214230A21A}" presName="compNode" presStyleCnt="0"/>
      <dgm:spPr/>
    </dgm:pt>
    <dgm:pt modelId="{D1308244-624C-4E62-891B-1520FB2DFCCD}" type="pres">
      <dgm:prSet presAssocID="{0AFD2357-E67D-4E1B-8461-0F214230A21A}" presName="iconBgRect" presStyleLbl="bgShp" presStyleIdx="3" presStyleCnt="6"/>
      <dgm:spPr/>
    </dgm:pt>
    <dgm:pt modelId="{61B04C05-EF25-4ED3-80F6-10421AAA4E02}" type="pres">
      <dgm:prSet presAssocID="{0AFD2357-E67D-4E1B-8461-0F214230A21A}"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C4C93FB6-50E0-4015-92D1-4E99B092BEED}" type="pres">
      <dgm:prSet presAssocID="{0AFD2357-E67D-4E1B-8461-0F214230A21A}" presName="spaceRect" presStyleCnt="0"/>
      <dgm:spPr/>
    </dgm:pt>
    <dgm:pt modelId="{87A10C70-2BD3-4649-8BA0-B653204905B5}" type="pres">
      <dgm:prSet presAssocID="{0AFD2357-E67D-4E1B-8461-0F214230A21A}" presName="textRect" presStyleLbl="revTx" presStyleIdx="3" presStyleCnt="6">
        <dgm:presLayoutVars>
          <dgm:chMax val="1"/>
          <dgm:chPref val="1"/>
        </dgm:presLayoutVars>
      </dgm:prSet>
      <dgm:spPr/>
    </dgm:pt>
    <dgm:pt modelId="{4696F3F3-B5CE-4D5B-892F-F2199BF96253}" type="pres">
      <dgm:prSet presAssocID="{667F41EB-431F-47BD-AE23-630318A244E2}" presName="sibTrans" presStyleLbl="sibTrans2D1" presStyleIdx="0" presStyleCnt="0"/>
      <dgm:spPr/>
    </dgm:pt>
    <dgm:pt modelId="{4C8DED5C-C6B2-4201-A767-BB6EDF38C43E}" type="pres">
      <dgm:prSet presAssocID="{7AC2B9A6-F0B6-43A9-B4D7-3A95D30B8516}" presName="compNode" presStyleCnt="0"/>
      <dgm:spPr/>
    </dgm:pt>
    <dgm:pt modelId="{969D7608-9D08-4DFB-B36A-DADCA2164FDC}" type="pres">
      <dgm:prSet presAssocID="{7AC2B9A6-F0B6-43A9-B4D7-3A95D30B8516}" presName="iconBgRect" presStyleLbl="bgShp" presStyleIdx="4" presStyleCnt="6"/>
      <dgm:spPr/>
    </dgm:pt>
    <dgm:pt modelId="{D32A08C9-B22F-47EE-8C66-789CCC5F42D3}" type="pres">
      <dgm:prSet presAssocID="{7AC2B9A6-F0B6-43A9-B4D7-3A95D30B851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ad with Gears"/>
        </a:ext>
      </dgm:extLst>
    </dgm:pt>
    <dgm:pt modelId="{5CB40136-C4C7-4508-81E3-72C84845A283}" type="pres">
      <dgm:prSet presAssocID="{7AC2B9A6-F0B6-43A9-B4D7-3A95D30B8516}" presName="spaceRect" presStyleCnt="0"/>
      <dgm:spPr/>
    </dgm:pt>
    <dgm:pt modelId="{BFDB7D7B-0955-4A86-A01F-AB2797AF29FD}" type="pres">
      <dgm:prSet presAssocID="{7AC2B9A6-F0B6-43A9-B4D7-3A95D30B8516}" presName="textRect" presStyleLbl="revTx" presStyleIdx="4" presStyleCnt="6">
        <dgm:presLayoutVars>
          <dgm:chMax val="1"/>
          <dgm:chPref val="1"/>
        </dgm:presLayoutVars>
      </dgm:prSet>
      <dgm:spPr/>
    </dgm:pt>
    <dgm:pt modelId="{81BFF9AE-4062-42B8-A1C5-0F169489A182}" type="pres">
      <dgm:prSet presAssocID="{564C6E44-BEF1-4DFD-A6BB-61EFD9E02FB6}" presName="sibTrans" presStyleLbl="sibTrans2D1" presStyleIdx="0" presStyleCnt="0"/>
      <dgm:spPr/>
    </dgm:pt>
    <dgm:pt modelId="{B1D1C40F-CE2B-40DB-999D-BC8015924A9F}" type="pres">
      <dgm:prSet presAssocID="{E9B018B1-6334-4214-AF28-DDDE393A95D5}" presName="compNode" presStyleCnt="0"/>
      <dgm:spPr/>
    </dgm:pt>
    <dgm:pt modelId="{38C9EE41-A8A8-42EA-B457-3C27F549016A}" type="pres">
      <dgm:prSet presAssocID="{E9B018B1-6334-4214-AF28-DDDE393A95D5}" presName="iconBgRect" presStyleLbl="bgShp" presStyleIdx="5" presStyleCnt="6"/>
      <dgm:spPr/>
    </dgm:pt>
    <dgm:pt modelId="{3F02D223-FBF3-4381-8F46-18581EDBDA49}" type="pres">
      <dgm:prSet presAssocID="{E9B018B1-6334-4214-AF28-DDDE393A95D5}"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ooks on Shelf"/>
        </a:ext>
      </dgm:extLst>
    </dgm:pt>
    <dgm:pt modelId="{A663BD2E-19BD-4258-BE43-D48FB8588795}" type="pres">
      <dgm:prSet presAssocID="{E9B018B1-6334-4214-AF28-DDDE393A95D5}" presName="spaceRect" presStyleCnt="0"/>
      <dgm:spPr/>
    </dgm:pt>
    <dgm:pt modelId="{25C1C4AA-8F2D-4582-BB99-0C8FD507CA7A}" type="pres">
      <dgm:prSet presAssocID="{E9B018B1-6334-4214-AF28-DDDE393A95D5}" presName="textRect" presStyleLbl="revTx" presStyleIdx="5" presStyleCnt="6">
        <dgm:presLayoutVars>
          <dgm:chMax val="1"/>
          <dgm:chPref val="1"/>
        </dgm:presLayoutVars>
      </dgm:prSet>
      <dgm:spPr/>
    </dgm:pt>
  </dgm:ptLst>
  <dgm:cxnLst>
    <dgm:cxn modelId="{5E22C43F-7D50-47A0-9E21-53766C453A10}" type="presOf" srcId="{E9B018B1-6334-4214-AF28-DDDE393A95D5}" destId="{25C1C4AA-8F2D-4582-BB99-0C8FD507CA7A}" srcOrd="0" destOrd="0" presId="urn:microsoft.com/office/officeart/2018/2/layout/IconCircleList"/>
    <dgm:cxn modelId="{87012556-091F-489D-AB2D-2A704C2EDE87}" srcId="{27A65433-C87D-4312-8D8F-9F2C07FAF755}" destId="{E9B018B1-6334-4214-AF28-DDDE393A95D5}" srcOrd="5" destOrd="0" parTransId="{E87B18DF-6DBC-4FF3-BAAE-074372F456EB}" sibTransId="{5A00784F-FEA4-467C-AF40-8E8ACE6A8F5F}"/>
    <dgm:cxn modelId="{27B48677-D0C0-4986-A19A-ADAB05654F20}" type="presOf" srcId="{7D57673E-0E6E-42FD-9F1E-B810578D5251}" destId="{2CF7CC74-6EB1-49F9-A260-4D696A0D535C}" srcOrd="0" destOrd="0" presId="urn:microsoft.com/office/officeart/2018/2/layout/IconCircleList"/>
    <dgm:cxn modelId="{A0BF2078-A231-4854-BE6B-35ED15E0CEB9}" type="presOf" srcId="{6C2AD09D-5576-4149-A6BC-2C7F64FD6EF1}" destId="{5A3037B9-41D0-4D78-96AC-7BD4426D03D0}" srcOrd="0" destOrd="0" presId="urn:microsoft.com/office/officeart/2018/2/layout/IconCircleList"/>
    <dgm:cxn modelId="{A21CFD79-6C1E-48CB-B3E5-AF5870421C48}" srcId="{27A65433-C87D-4312-8D8F-9F2C07FAF755}" destId="{44D7581E-0C0A-43A3-B72F-E962B6B3F472}" srcOrd="2" destOrd="0" parTransId="{A6CEAA6C-1FD1-4F77-9133-A781E2C3ABB3}" sibTransId="{7D57673E-0E6E-42FD-9F1E-B810578D5251}"/>
    <dgm:cxn modelId="{7A30387C-CAB5-4DAF-8DF9-64AD3F80B11C}" srcId="{27A65433-C87D-4312-8D8F-9F2C07FAF755}" destId="{D9A65AB1-CBAF-4FA6-A699-2A8F3F9E8C7F}" srcOrd="0" destOrd="0" parTransId="{44F0A67E-27E5-4783-A45B-6A6C4BE51783}" sibTransId="{6C2AD09D-5576-4149-A6BC-2C7F64FD6EF1}"/>
    <dgm:cxn modelId="{BFED227F-CE59-4A90-8572-EF3B1C9A5C6E}" type="presOf" srcId="{564C6E44-BEF1-4DFD-A6BB-61EFD9E02FB6}" destId="{81BFF9AE-4062-42B8-A1C5-0F169489A182}" srcOrd="0" destOrd="0" presId="urn:microsoft.com/office/officeart/2018/2/layout/IconCircleList"/>
    <dgm:cxn modelId="{754F6E86-2677-4BB4-8DB4-4BF99500C07D}" srcId="{27A65433-C87D-4312-8D8F-9F2C07FAF755}" destId="{7AC2B9A6-F0B6-43A9-B4D7-3A95D30B8516}" srcOrd="4" destOrd="0" parTransId="{556593B8-DDBE-4A3B-8E58-7CB634F8B185}" sibTransId="{564C6E44-BEF1-4DFD-A6BB-61EFD9E02FB6}"/>
    <dgm:cxn modelId="{C92BD18B-878D-419D-BE77-6E3B79B5B651}" type="presOf" srcId="{667F41EB-431F-47BD-AE23-630318A244E2}" destId="{4696F3F3-B5CE-4D5B-892F-F2199BF96253}" srcOrd="0" destOrd="0" presId="urn:microsoft.com/office/officeart/2018/2/layout/IconCircleList"/>
    <dgm:cxn modelId="{228A148F-9A20-42CD-B730-59A38D9AC3A3}" type="presOf" srcId="{27A65433-C87D-4312-8D8F-9F2C07FAF755}" destId="{C97DD19D-64FE-4475-8210-AD210A1833F6}" srcOrd="0" destOrd="0" presId="urn:microsoft.com/office/officeart/2018/2/layout/IconCircleList"/>
    <dgm:cxn modelId="{F14CF794-99C9-42A2-8271-96A3CA62DC11}" type="presOf" srcId="{1D5E436F-F18F-4A29-BC48-E526C90A8D50}" destId="{CEDA2EBC-6582-4951-AABF-0299CBF375DE}" srcOrd="0" destOrd="0" presId="urn:microsoft.com/office/officeart/2018/2/layout/IconCircleList"/>
    <dgm:cxn modelId="{4ADBB799-0C5B-49BB-9234-4D6E5AB0CC4D}" type="presOf" srcId="{44D7581E-0C0A-43A3-B72F-E962B6B3F472}" destId="{4F3B1B19-DEC8-4BA5-B88F-E8B98F74E33A}" srcOrd="0" destOrd="0" presId="urn:microsoft.com/office/officeart/2018/2/layout/IconCircleList"/>
    <dgm:cxn modelId="{CA4BB999-D1E2-4E82-9B99-7ABCD9CB516D}" type="presOf" srcId="{B2E153FB-202B-4B1B-8B46-FE1A8D93C67F}" destId="{92CD2D70-F25D-4EE6-8088-BAABB40F4BFC}" srcOrd="0" destOrd="0" presId="urn:microsoft.com/office/officeart/2018/2/layout/IconCircleList"/>
    <dgm:cxn modelId="{951E90A1-26D4-4DE5-A59E-B0C176F896A1}" type="presOf" srcId="{D9A65AB1-CBAF-4FA6-A699-2A8F3F9E8C7F}" destId="{B0DF6B5D-1F8A-4F70-B96A-3DE45999F41A}" srcOrd="0" destOrd="0" presId="urn:microsoft.com/office/officeart/2018/2/layout/IconCircleList"/>
    <dgm:cxn modelId="{E282B0B2-A186-4794-AF2E-02DC344F5118}" srcId="{27A65433-C87D-4312-8D8F-9F2C07FAF755}" destId="{B2E153FB-202B-4B1B-8B46-FE1A8D93C67F}" srcOrd="1" destOrd="0" parTransId="{7B3BE21A-C258-4166-BBF3-75A61220C574}" sibTransId="{1D5E436F-F18F-4A29-BC48-E526C90A8D50}"/>
    <dgm:cxn modelId="{45E1C9E3-651A-4ACC-B710-DA3DFD7B02E7}" type="presOf" srcId="{0AFD2357-E67D-4E1B-8461-0F214230A21A}" destId="{87A10C70-2BD3-4649-8BA0-B653204905B5}" srcOrd="0" destOrd="0" presId="urn:microsoft.com/office/officeart/2018/2/layout/IconCircleList"/>
    <dgm:cxn modelId="{C04937E4-F769-4006-A8F6-F79409104C69}" srcId="{27A65433-C87D-4312-8D8F-9F2C07FAF755}" destId="{0AFD2357-E67D-4E1B-8461-0F214230A21A}" srcOrd="3" destOrd="0" parTransId="{372D8EBE-03F6-4294-830A-877B8F342AF7}" sibTransId="{667F41EB-431F-47BD-AE23-630318A244E2}"/>
    <dgm:cxn modelId="{66FCDAEA-2C78-4212-AACD-B963CD91CBC4}" type="presOf" srcId="{7AC2B9A6-F0B6-43A9-B4D7-3A95D30B8516}" destId="{BFDB7D7B-0955-4A86-A01F-AB2797AF29FD}" srcOrd="0" destOrd="0" presId="urn:microsoft.com/office/officeart/2018/2/layout/IconCircleList"/>
    <dgm:cxn modelId="{BC1B99A4-A2C2-4855-89A0-2578A4DED7B5}" type="presParOf" srcId="{C97DD19D-64FE-4475-8210-AD210A1833F6}" destId="{E85CF7B8-D834-437D-9F92-D1D789A1D026}" srcOrd="0" destOrd="0" presId="urn:microsoft.com/office/officeart/2018/2/layout/IconCircleList"/>
    <dgm:cxn modelId="{AD9CC93B-9AD2-4CA3-8B35-C56C5BED1C4E}" type="presParOf" srcId="{E85CF7B8-D834-437D-9F92-D1D789A1D026}" destId="{3F482D62-0639-4212-B0CD-CD2091FC547F}" srcOrd="0" destOrd="0" presId="urn:microsoft.com/office/officeart/2018/2/layout/IconCircleList"/>
    <dgm:cxn modelId="{592EF108-9649-40AF-AD26-0A6334416A69}" type="presParOf" srcId="{3F482D62-0639-4212-B0CD-CD2091FC547F}" destId="{C5F863A7-2988-4D3F-AF31-CCADF7A27C98}" srcOrd="0" destOrd="0" presId="urn:microsoft.com/office/officeart/2018/2/layout/IconCircleList"/>
    <dgm:cxn modelId="{F1CB3D16-6BF1-4E26-877F-D7B55FD414AA}" type="presParOf" srcId="{3F482D62-0639-4212-B0CD-CD2091FC547F}" destId="{2081C1C0-9DEC-4E79-94A1-83BB191EC86D}" srcOrd="1" destOrd="0" presId="urn:microsoft.com/office/officeart/2018/2/layout/IconCircleList"/>
    <dgm:cxn modelId="{ADDA0363-E915-4F89-A2E6-7B899AAFAC0F}" type="presParOf" srcId="{3F482D62-0639-4212-B0CD-CD2091FC547F}" destId="{166BAF17-E201-4262-8DD4-97B67688ECAE}" srcOrd="2" destOrd="0" presId="urn:microsoft.com/office/officeart/2018/2/layout/IconCircleList"/>
    <dgm:cxn modelId="{3EEFF5BE-4D58-42CD-B71E-E5C47451504A}" type="presParOf" srcId="{3F482D62-0639-4212-B0CD-CD2091FC547F}" destId="{B0DF6B5D-1F8A-4F70-B96A-3DE45999F41A}" srcOrd="3" destOrd="0" presId="urn:microsoft.com/office/officeart/2018/2/layout/IconCircleList"/>
    <dgm:cxn modelId="{37D930EA-298C-48B4-AA7E-30B025483067}" type="presParOf" srcId="{E85CF7B8-D834-437D-9F92-D1D789A1D026}" destId="{5A3037B9-41D0-4D78-96AC-7BD4426D03D0}" srcOrd="1" destOrd="0" presId="urn:microsoft.com/office/officeart/2018/2/layout/IconCircleList"/>
    <dgm:cxn modelId="{1E6003F8-1DAF-4D49-8975-26EC5DE171A2}" type="presParOf" srcId="{E85CF7B8-D834-437D-9F92-D1D789A1D026}" destId="{3C81D4AE-0314-45C7-BB2D-C4C30CAA9843}" srcOrd="2" destOrd="0" presId="urn:microsoft.com/office/officeart/2018/2/layout/IconCircleList"/>
    <dgm:cxn modelId="{08D8A23F-F02E-4E08-859F-2D5D0CE56C03}" type="presParOf" srcId="{3C81D4AE-0314-45C7-BB2D-C4C30CAA9843}" destId="{B93408D9-23C3-4C8D-9309-8EBA4DA234AA}" srcOrd="0" destOrd="0" presId="urn:microsoft.com/office/officeart/2018/2/layout/IconCircleList"/>
    <dgm:cxn modelId="{76B3224B-65E2-4513-BED2-1CAA8A9999B2}" type="presParOf" srcId="{3C81D4AE-0314-45C7-BB2D-C4C30CAA9843}" destId="{D4B72D00-3D6C-4517-B5F2-8CB4BD3A0014}" srcOrd="1" destOrd="0" presId="urn:microsoft.com/office/officeart/2018/2/layout/IconCircleList"/>
    <dgm:cxn modelId="{ECEFDCDB-1618-413D-B3BA-FAA069BCE8F3}" type="presParOf" srcId="{3C81D4AE-0314-45C7-BB2D-C4C30CAA9843}" destId="{67B34333-9C9B-4B21-8916-E9AFACC362B8}" srcOrd="2" destOrd="0" presId="urn:microsoft.com/office/officeart/2018/2/layout/IconCircleList"/>
    <dgm:cxn modelId="{44E6911B-A776-40F1-8F50-0F5ABFFA19EF}" type="presParOf" srcId="{3C81D4AE-0314-45C7-BB2D-C4C30CAA9843}" destId="{92CD2D70-F25D-4EE6-8088-BAABB40F4BFC}" srcOrd="3" destOrd="0" presId="urn:microsoft.com/office/officeart/2018/2/layout/IconCircleList"/>
    <dgm:cxn modelId="{8D51ECC8-0517-4148-984A-932F32D7FC85}" type="presParOf" srcId="{E85CF7B8-D834-437D-9F92-D1D789A1D026}" destId="{CEDA2EBC-6582-4951-AABF-0299CBF375DE}" srcOrd="3" destOrd="0" presId="urn:microsoft.com/office/officeart/2018/2/layout/IconCircleList"/>
    <dgm:cxn modelId="{B8DCE4E0-F781-4B83-976F-EE0CF8BA1D1D}" type="presParOf" srcId="{E85CF7B8-D834-437D-9F92-D1D789A1D026}" destId="{97BD5CD6-5B61-431C-8A59-31425369BA98}" srcOrd="4" destOrd="0" presId="urn:microsoft.com/office/officeart/2018/2/layout/IconCircleList"/>
    <dgm:cxn modelId="{964ECC71-D10D-4B00-890E-E3E2D880C415}" type="presParOf" srcId="{97BD5CD6-5B61-431C-8A59-31425369BA98}" destId="{0AFE22EB-5929-4932-81DC-8C116E060FEA}" srcOrd="0" destOrd="0" presId="urn:microsoft.com/office/officeart/2018/2/layout/IconCircleList"/>
    <dgm:cxn modelId="{85C37562-262C-4FD0-876C-1B5E220A7D03}" type="presParOf" srcId="{97BD5CD6-5B61-431C-8A59-31425369BA98}" destId="{F1FBF17D-6A58-4B1B-8A09-3E53E191C4D5}" srcOrd="1" destOrd="0" presId="urn:microsoft.com/office/officeart/2018/2/layout/IconCircleList"/>
    <dgm:cxn modelId="{4844111F-557E-40B4-AC28-F3C18766DB4E}" type="presParOf" srcId="{97BD5CD6-5B61-431C-8A59-31425369BA98}" destId="{8EB90B21-8799-48EB-A5D9-59873D3EA518}" srcOrd="2" destOrd="0" presId="urn:microsoft.com/office/officeart/2018/2/layout/IconCircleList"/>
    <dgm:cxn modelId="{978EECD2-6C67-4C03-812A-BC077AC83898}" type="presParOf" srcId="{97BD5CD6-5B61-431C-8A59-31425369BA98}" destId="{4F3B1B19-DEC8-4BA5-B88F-E8B98F74E33A}" srcOrd="3" destOrd="0" presId="urn:microsoft.com/office/officeart/2018/2/layout/IconCircleList"/>
    <dgm:cxn modelId="{4ACFAE1F-0D99-4A7C-AD6C-C69FA25D4145}" type="presParOf" srcId="{E85CF7B8-D834-437D-9F92-D1D789A1D026}" destId="{2CF7CC74-6EB1-49F9-A260-4D696A0D535C}" srcOrd="5" destOrd="0" presId="urn:microsoft.com/office/officeart/2018/2/layout/IconCircleList"/>
    <dgm:cxn modelId="{2F1E5B16-42FB-4B57-92E4-198C298ABEE4}" type="presParOf" srcId="{E85CF7B8-D834-437D-9F92-D1D789A1D026}" destId="{D2BE2E88-B36B-4269-B48A-D6F182A637C8}" srcOrd="6" destOrd="0" presId="urn:microsoft.com/office/officeart/2018/2/layout/IconCircleList"/>
    <dgm:cxn modelId="{0DBEA751-E0E5-4EE0-B3C9-1F64AF226837}" type="presParOf" srcId="{D2BE2E88-B36B-4269-B48A-D6F182A637C8}" destId="{D1308244-624C-4E62-891B-1520FB2DFCCD}" srcOrd="0" destOrd="0" presId="urn:microsoft.com/office/officeart/2018/2/layout/IconCircleList"/>
    <dgm:cxn modelId="{05640C07-5F16-4992-AA8A-28A33F340DE0}" type="presParOf" srcId="{D2BE2E88-B36B-4269-B48A-D6F182A637C8}" destId="{61B04C05-EF25-4ED3-80F6-10421AAA4E02}" srcOrd="1" destOrd="0" presId="urn:microsoft.com/office/officeart/2018/2/layout/IconCircleList"/>
    <dgm:cxn modelId="{3B075646-46C4-4F59-83EB-A9BF1F432307}" type="presParOf" srcId="{D2BE2E88-B36B-4269-B48A-D6F182A637C8}" destId="{C4C93FB6-50E0-4015-92D1-4E99B092BEED}" srcOrd="2" destOrd="0" presId="urn:microsoft.com/office/officeart/2018/2/layout/IconCircleList"/>
    <dgm:cxn modelId="{0684C7D4-9232-4139-B274-5B8271BFA8AE}" type="presParOf" srcId="{D2BE2E88-B36B-4269-B48A-D6F182A637C8}" destId="{87A10C70-2BD3-4649-8BA0-B653204905B5}" srcOrd="3" destOrd="0" presId="urn:microsoft.com/office/officeart/2018/2/layout/IconCircleList"/>
    <dgm:cxn modelId="{483FA60F-B061-4294-B44B-8608BB6EAD2C}" type="presParOf" srcId="{E85CF7B8-D834-437D-9F92-D1D789A1D026}" destId="{4696F3F3-B5CE-4D5B-892F-F2199BF96253}" srcOrd="7" destOrd="0" presId="urn:microsoft.com/office/officeart/2018/2/layout/IconCircleList"/>
    <dgm:cxn modelId="{876A96AE-BA80-4824-A8E6-56A9B80B9773}" type="presParOf" srcId="{E85CF7B8-D834-437D-9F92-D1D789A1D026}" destId="{4C8DED5C-C6B2-4201-A767-BB6EDF38C43E}" srcOrd="8" destOrd="0" presId="urn:microsoft.com/office/officeart/2018/2/layout/IconCircleList"/>
    <dgm:cxn modelId="{872DFDC3-935B-463F-8F2E-EC48403532D1}" type="presParOf" srcId="{4C8DED5C-C6B2-4201-A767-BB6EDF38C43E}" destId="{969D7608-9D08-4DFB-B36A-DADCA2164FDC}" srcOrd="0" destOrd="0" presId="urn:microsoft.com/office/officeart/2018/2/layout/IconCircleList"/>
    <dgm:cxn modelId="{1F650AFF-50CF-4264-887A-FD2D43F28BE2}" type="presParOf" srcId="{4C8DED5C-C6B2-4201-A767-BB6EDF38C43E}" destId="{D32A08C9-B22F-47EE-8C66-789CCC5F42D3}" srcOrd="1" destOrd="0" presId="urn:microsoft.com/office/officeart/2018/2/layout/IconCircleList"/>
    <dgm:cxn modelId="{DA42CCC3-764D-4B38-A00D-BB49B5DD8F81}" type="presParOf" srcId="{4C8DED5C-C6B2-4201-A767-BB6EDF38C43E}" destId="{5CB40136-C4C7-4508-81E3-72C84845A283}" srcOrd="2" destOrd="0" presId="urn:microsoft.com/office/officeart/2018/2/layout/IconCircleList"/>
    <dgm:cxn modelId="{3DFBE9D8-4421-4EE5-A1F3-949D0F608CAC}" type="presParOf" srcId="{4C8DED5C-C6B2-4201-A767-BB6EDF38C43E}" destId="{BFDB7D7B-0955-4A86-A01F-AB2797AF29FD}" srcOrd="3" destOrd="0" presId="urn:microsoft.com/office/officeart/2018/2/layout/IconCircleList"/>
    <dgm:cxn modelId="{96E1CAB0-C006-4034-9212-D8DF21EC287D}" type="presParOf" srcId="{E85CF7B8-D834-437D-9F92-D1D789A1D026}" destId="{81BFF9AE-4062-42B8-A1C5-0F169489A182}" srcOrd="9" destOrd="0" presId="urn:microsoft.com/office/officeart/2018/2/layout/IconCircleList"/>
    <dgm:cxn modelId="{4E97DB8E-CDA2-4FAA-8B9F-D95BF1A80F19}" type="presParOf" srcId="{E85CF7B8-D834-437D-9F92-D1D789A1D026}" destId="{B1D1C40F-CE2B-40DB-999D-BC8015924A9F}" srcOrd="10" destOrd="0" presId="urn:microsoft.com/office/officeart/2018/2/layout/IconCircleList"/>
    <dgm:cxn modelId="{68D47EF1-8838-412C-B9DB-30EDFAE0F447}" type="presParOf" srcId="{B1D1C40F-CE2B-40DB-999D-BC8015924A9F}" destId="{38C9EE41-A8A8-42EA-B457-3C27F549016A}" srcOrd="0" destOrd="0" presId="urn:microsoft.com/office/officeart/2018/2/layout/IconCircleList"/>
    <dgm:cxn modelId="{35EF7895-DEE4-450D-ABCC-574725E5BED4}" type="presParOf" srcId="{B1D1C40F-CE2B-40DB-999D-BC8015924A9F}" destId="{3F02D223-FBF3-4381-8F46-18581EDBDA49}" srcOrd="1" destOrd="0" presId="urn:microsoft.com/office/officeart/2018/2/layout/IconCircleList"/>
    <dgm:cxn modelId="{CEE5E6CC-62EA-478A-ABD2-2B0E28A3F884}" type="presParOf" srcId="{B1D1C40F-CE2B-40DB-999D-BC8015924A9F}" destId="{A663BD2E-19BD-4258-BE43-D48FB8588795}" srcOrd="2" destOrd="0" presId="urn:microsoft.com/office/officeart/2018/2/layout/IconCircleList"/>
    <dgm:cxn modelId="{E9058A1B-DF53-41C5-BA89-CB79CCB1775C}" type="presParOf" srcId="{B1D1C40F-CE2B-40DB-999D-BC8015924A9F}" destId="{25C1C4AA-8F2D-4582-BB99-0C8FD507CA7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183CF41-4250-4E6B-99BE-5B18F086DDEC}"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63652B14-8DD3-4314-AEC2-061D99212E50}">
      <dgm:prSet/>
      <dgm:spPr/>
      <dgm:t>
        <a:bodyPr/>
        <a:lstStyle/>
        <a:p>
          <a:r>
            <a:rPr lang="en-US" b="1"/>
            <a:t>Primary Sources</a:t>
          </a:r>
          <a:endParaRPr lang="en-US"/>
        </a:p>
      </dgm:t>
    </dgm:pt>
    <dgm:pt modelId="{689D340D-B838-4688-88BD-F367A0D53360}" type="parTrans" cxnId="{34E37A27-C054-4BB9-8073-F21969C1D6C9}">
      <dgm:prSet/>
      <dgm:spPr/>
      <dgm:t>
        <a:bodyPr/>
        <a:lstStyle/>
        <a:p>
          <a:endParaRPr lang="en-US" sz="3600"/>
        </a:p>
      </dgm:t>
    </dgm:pt>
    <dgm:pt modelId="{BF082527-5C37-45B6-90E6-13EEA7D31538}" type="sibTrans" cxnId="{34E37A27-C054-4BB9-8073-F21969C1D6C9}">
      <dgm:prSet/>
      <dgm:spPr/>
      <dgm:t>
        <a:bodyPr/>
        <a:lstStyle/>
        <a:p>
          <a:endParaRPr lang="en-US"/>
        </a:p>
      </dgm:t>
    </dgm:pt>
    <dgm:pt modelId="{E14F4868-6446-45AA-89E8-7CFF2350C85C}">
      <dgm:prSet/>
      <dgm:spPr/>
      <dgm:t>
        <a:bodyPr/>
        <a:lstStyle/>
        <a:p>
          <a:r>
            <a:rPr lang="en-US"/>
            <a:t>Empirical journal articles</a:t>
          </a:r>
        </a:p>
      </dgm:t>
    </dgm:pt>
    <dgm:pt modelId="{5BD1D95A-4C58-45A5-A7DF-D26A2C68599C}" type="parTrans" cxnId="{6B0E6C43-7B6A-4959-ACA3-A3470853B0D0}">
      <dgm:prSet/>
      <dgm:spPr/>
      <dgm:t>
        <a:bodyPr/>
        <a:lstStyle/>
        <a:p>
          <a:endParaRPr lang="en-US" sz="3600"/>
        </a:p>
      </dgm:t>
    </dgm:pt>
    <dgm:pt modelId="{DA5B0648-B6D5-49EA-AFDB-1B899A2CC82F}" type="sibTrans" cxnId="{6B0E6C43-7B6A-4959-ACA3-A3470853B0D0}">
      <dgm:prSet/>
      <dgm:spPr/>
      <dgm:t>
        <a:bodyPr/>
        <a:lstStyle/>
        <a:p>
          <a:endParaRPr lang="en-US"/>
        </a:p>
      </dgm:t>
    </dgm:pt>
    <dgm:pt modelId="{C06C0A07-22F9-4642-A224-49D415564BDB}">
      <dgm:prSet/>
      <dgm:spPr/>
      <dgm:t>
        <a:bodyPr/>
        <a:lstStyle/>
        <a:p>
          <a:r>
            <a:rPr lang="en-US"/>
            <a:t>Conference papers</a:t>
          </a:r>
        </a:p>
      </dgm:t>
    </dgm:pt>
    <dgm:pt modelId="{93A15AD3-12C2-4F2E-A744-EF919D64593E}" type="parTrans" cxnId="{E5270A62-8BD1-421E-B85C-483ED1098D70}">
      <dgm:prSet/>
      <dgm:spPr/>
      <dgm:t>
        <a:bodyPr/>
        <a:lstStyle/>
        <a:p>
          <a:endParaRPr lang="en-US" sz="3600"/>
        </a:p>
      </dgm:t>
    </dgm:pt>
    <dgm:pt modelId="{ED0BE02A-3AA2-44D6-8D39-E3D0E1F9622C}" type="sibTrans" cxnId="{E5270A62-8BD1-421E-B85C-483ED1098D70}">
      <dgm:prSet/>
      <dgm:spPr/>
      <dgm:t>
        <a:bodyPr/>
        <a:lstStyle/>
        <a:p>
          <a:endParaRPr lang="en-US"/>
        </a:p>
      </dgm:t>
    </dgm:pt>
    <dgm:pt modelId="{B5E4761B-8677-4EE8-99DB-AC1DC8DD567D}">
      <dgm:prSet/>
      <dgm:spPr/>
      <dgm:t>
        <a:bodyPr/>
        <a:lstStyle/>
        <a:p>
          <a:r>
            <a:rPr lang="en-US"/>
            <a:t>Dissertations (PhD/MPhil)</a:t>
          </a:r>
        </a:p>
      </dgm:t>
    </dgm:pt>
    <dgm:pt modelId="{165CBD08-FEE8-4678-85D7-1B585B7D8B90}" type="parTrans" cxnId="{BBF953AA-5CDB-416A-8A17-3EACA79B67E4}">
      <dgm:prSet/>
      <dgm:spPr/>
      <dgm:t>
        <a:bodyPr/>
        <a:lstStyle/>
        <a:p>
          <a:endParaRPr lang="en-US" sz="3600"/>
        </a:p>
      </dgm:t>
    </dgm:pt>
    <dgm:pt modelId="{C580BE5E-3CE4-4916-AF47-1D2DDC0710F4}" type="sibTrans" cxnId="{BBF953AA-5CDB-416A-8A17-3EACA79B67E4}">
      <dgm:prSet/>
      <dgm:spPr/>
      <dgm:t>
        <a:bodyPr/>
        <a:lstStyle/>
        <a:p>
          <a:endParaRPr lang="en-US"/>
        </a:p>
      </dgm:t>
    </dgm:pt>
    <dgm:pt modelId="{4B92B5C9-F52C-4D0E-86DC-A3F252CBEA5D}">
      <dgm:prSet/>
      <dgm:spPr/>
      <dgm:t>
        <a:bodyPr/>
        <a:lstStyle/>
        <a:p>
          <a:r>
            <a:rPr lang="en-US" b="1"/>
            <a:t>Secondary Sources</a:t>
          </a:r>
          <a:endParaRPr lang="en-US"/>
        </a:p>
      </dgm:t>
    </dgm:pt>
    <dgm:pt modelId="{C355422C-037B-46BC-93F0-980DA5F6E767}" type="parTrans" cxnId="{0A2777D5-F4A9-41C9-90F8-1EC19BF9F0D8}">
      <dgm:prSet/>
      <dgm:spPr/>
      <dgm:t>
        <a:bodyPr/>
        <a:lstStyle/>
        <a:p>
          <a:endParaRPr lang="en-US" sz="3600"/>
        </a:p>
      </dgm:t>
    </dgm:pt>
    <dgm:pt modelId="{1261EEE4-BD3C-40EA-A49D-3F8774630237}" type="sibTrans" cxnId="{0A2777D5-F4A9-41C9-90F8-1EC19BF9F0D8}">
      <dgm:prSet/>
      <dgm:spPr/>
      <dgm:t>
        <a:bodyPr/>
        <a:lstStyle/>
        <a:p>
          <a:endParaRPr lang="en-US"/>
        </a:p>
      </dgm:t>
    </dgm:pt>
    <dgm:pt modelId="{46860914-3B93-4368-85F4-6C2520E5F876}">
      <dgm:prSet/>
      <dgm:spPr/>
      <dgm:t>
        <a:bodyPr/>
        <a:lstStyle/>
        <a:p>
          <a:r>
            <a:rPr lang="en-US"/>
            <a:t>Review papers</a:t>
          </a:r>
        </a:p>
      </dgm:t>
    </dgm:pt>
    <dgm:pt modelId="{6345EBDE-3D8D-45F7-B950-98B16C12E639}" type="parTrans" cxnId="{8165DD4B-0B7D-473B-B788-3B04BAAF89C6}">
      <dgm:prSet/>
      <dgm:spPr/>
      <dgm:t>
        <a:bodyPr/>
        <a:lstStyle/>
        <a:p>
          <a:endParaRPr lang="en-US" sz="3600"/>
        </a:p>
      </dgm:t>
    </dgm:pt>
    <dgm:pt modelId="{A4CA9AE8-CF11-43CA-887C-A71F953DF970}" type="sibTrans" cxnId="{8165DD4B-0B7D-473B-B788-3B04BAAF89C6}">
      <dgm:prSet/>
      <dgm:spPr/>
      <dgm:t>
        <a:bodyPr/>
        <a:lstStyle/>
        <a:p>
          <a:endParaRPr lang="en-US"/>
        </a:p>
      </dgm:t>
    </dgm:pt>
    <dgm:pt modelId="{D22E8DAB-0BB2-454D-A33B-2DE5C7FBD710}">
      <dgm:prSet/>
      <dgm:spPr/>
      <dgm:t>
        <a:bodyPr/>
        <a:lstStyle/>
        <a:p>
          <a:r>
            <a:rPr lang="en-US"/>
            <a:t>Textbooks</a:t>
          </a:r>
        </a:p>
      </dgm:t>
    </dgm:pt>
    <dgm:pt modelId="{10574B9B-D0F7-4F07-8E08-D0D819448EFC}" type="parTrans" cxnId="{191013CB-CBB6-41CC-ABD0-E184C8BC99CD}">
      <dgm:prSet/>
      <dgm:spPr/>
      <dgm:t>
        <a:bodyPr/>
        <a:lstStyle/>
        <a:p>
          <a:endParaRPr lang="en-US" sz="3600"/>
        </a:p>
      </dgm:t>
    </dgm:pt>
    <dgm:pt modelId="{43C41DF0-DC5C-40A6-B66F-8C4D23E08777}" type="sibTrans" cxnId="{191013CB-CBB6-41CC-ABD0-E184C8BC99CD}">
      <dgm:prSet/>
      <dgm:spPr/>
      <dgm:t>
        <a:bodyPr/>
        <a:lstStyle/>
        <a:p>
          <a:endParaRPr lang="en-US"/>
        </a:p>
      </dgm:t>
    </dgm:pt>
    <dgm:pt modelId="{5B6198E1-5294-41B7-8619-6B0F4DEDAAC0}">
      <dgm:prSet/>
      <dgm:spPr/>
      <dgm:t>
        <a:bodyPr/>
        <a:lstStyle/>
        <a:p>
          <a:r>
            <a:rPr lang="en-US"/>
            <a:t>Theoretical discussions</a:t>
          </a:r>
        </a:p>
      </dgm:t>
    </dgm:pt>
    <dgm:pt modelId="{4C04EA98-6CE0-47E0-AFE7-1C1D7543FA2A}" type="parTrans" cxnId="{E79678C6-91D4-497D-A1D0-F607FC6A5754}">
      <dgm:prSet/>
      <dgm:spPr/>
      <dgm:t>
        <a:bodyPr/>
        <a:lstStyle/>
        <a:p>
          <a:endParaRPr lang="en-US" sz="3600"/>
        </a:p>
      </dgm:t>
    </dgm:pt>
    <dgm:pt modelId="{9CDF5F8D-C835-4BFE-8886-2277B5F58ED3}" type="sibTrans" cxnId="{E79678C6-91D4-497D-A1D0-F607FC6A5754}">
      <dgm:prSet/>
      <dgm:spPr/>
      <dgm:t>
        <a:bodyPr/>
        <a:lstStyle/>
        <a:p>
          <a:endParaRPr lang="en-US"/>
        </a:p>
      </dgm:t>
    </dgm:pt>
    <dgm:pt modelId="{E093C207-1900-4035-B1C7-77400F4839A0}">
      <dgm:prSet/>
      <dgm:spPr/>
      <dgm:t>
        <a:bodyPr/>
        <a:lstStyle/>
        <a:p>
          <a:r>
            <a:rPr lang="en-US" b="1"/>
            <a:t>Grey Literature</a:t>
          </a:r>
          <a:endParaRPr lang="en-US"/>
        </a:p>
      </dgm:t>
    </dgm:pt>
    <dgm:pt modelId="{0861BC42-2315-4E8C-9CA1-354FBEC5D49A}" type="parTrans" cxnId="{542D4FB7-0B79-4116-9920-53D849A67D25}">
      <dgm:prSet/>
      <dgm:spPr/>
      <dgm:t>
        <a:bodyPr/>
        <a:lstStyle/>
        <a:p>
          <a:endParaRPr lang="en-US" sz="3600"/>
        </a:p>
      </dgm:t>
    </dgm:pt>
    <dgm:pt modelId="{95EAE5FC-3153-488D-B226-E6329A0DBE28}" type="sibTrans" cxnId="{542D4FB7-0B79-4116-9920-53D849A67D25}">
      <dgm:prSet/>
      <dgm:spPr/>
      <dgm:t>
        <a:bodyPr/>
        <a:lstStyle/>
        <a:p>
          <a:endParaRPr lang="en-US"/>
        </a:p>
      </dgm:t>
    </dgm:pt>
    <dgm:pt modelId="{1194CD92-90A9-4DA1-B0BD-236B004156F8}">
      <dgm:prSet/>
      <dgm:spPr/>
      <dgm:t>
        <a:bodyPr/>
        <a:lstStyle/>
        <a:p>
          <a:r>
            <a:rPr lang="en-US"/>
            <a:t>Reports, policies, white papers</a:t>
          </a:r>
        </a:p>
      </dgm:t>
    </dgm:pt>
    <dgm:pt modelId="{1843C4AB-ACD8-47E0-83F0-0D732470BB16}" type="parTrans" cxnId="{FC574962-198E-4B55-8B7B-62BE20928E9F}">
      <dgm:prSet/>
      <dgm:spPr/>
      <dgm:t>
        <a:bodyPr/>
        <a:lstStyle/>
        <a:p>
          <a:endParaRPr lang="en-US" sz="3600"/>
        </a:p>
      </dgm:t>
    </dgm:pt>
    <dgm:pt modelId="{ADEEE372-E057-42E0-9EE0-2BE983EBF0ED}" type="sibTrans" cxnId="{FC574962-198E-4B55-8B7B-62BE20928E9F}">
      <dgm:prSet/>
      <dgm:spPr/>
      <dgm:t>
        <a:bodyPr/>
        <a:lstStyle/>
        <a:p>
          <a:endParaRPr lang="en-US"/>
        </a:p>
      </dgm:t>
    </dgm:pt>
    <dgm:pt modelId="{D373C2C1-B554-4915-BD0D-EB1BD68E65CE}">
      <dgm:prSet/>
      <dgm:spPr/>
      <dgm:t>
        <a:bodyPr/>
        <a:lstStyle/>
        <a:p>
          <a:r>
            <a:rPr lang="en-US"/>
            <a:t>News articles, magazines, organizational documents</a:t>
          </a:r>
        </a:p>
      </dgm:t>
    </dgm:pt>
    <dgm:pt modelId="{F18A69E6-B7BC-48BE-BB19-9F24115E2AED}" type="parTrans" cxnId="{739EF935-02A9-4E47-B881-FDC168A20B76}">
      <dgm:prSet/>
      <dgm:spPr/>
      <dgm:t>
        <a:bodyPr/>
        <a:lstStyle/>
        <a:p>
          <a:endParaRPr lang="en-US" sz="3600"/>
        </a:p>
      </dgm:t>
    </dgm:pt>
    <dgm:pt modelId="{EDC41EF9-A74A-4543-9AE7-49437FB09D37}" type="sibTrans" cxnId="{739EF935-02A9-4E47-B881-FDC168A20B76}">
      <dgm:prSet/>
      <dgm:spPr/>
      <dgm:t>
        <a:bodyPr/>
        <a:lstStyle/>
        <a:p>
          <a:endParaRPr lang="en-US"/>
        </a:p>
      </dgm:t>
    </dgm:pt>
    <dgm:pt modelId="{8ECA83D4-34CC-4B23-B810-02D30CFB7B69}">
      <dgm:prSet/>
      <dgm:spPr/>
      <dgm:t>
        <a:bodyPr/>
        <a:lstStyle/>
        <a:p>
          <a:r>
            <a:rPr lang="en-US" b="1"/>
            <a:t>Digital Databases</a:t>
          </a:r>
          <a:endParaRPr lang="en-US"/>
        </a:p>
      </dgm:t>
    </dgm:pt>
    <dgm:pt modelId="{3FCF24C7-8FDA-4E14-8331-D1C15AC63342}" type="parTrans" cxnId="{2326B783-0033-4347-846B-050B0F089737}">
      <dgm:prSet/>
      <dgm:spPr/>
      <dgm:t>
        <a:bodyPr/>
        <a:lstStyle/>
        <a:p>
          <a:endParaRPr lang="en-US" sz="3600"/>
        </a:p>
      </dgm:t>
    </dgm:pt>
    <dgm:pt modelId="{533A185F-A01C-4227-9E00-708459CFA2A8}" type="sibTrans" cxnId="{2326B783-0033-4347-846B-050B0F089737}">
      <dgm:prSet/>
      <dgm:spPr/>
      <dgm:t>
        <a:bodyPr/>
        <a:lstStyle/>
        <a:p>
          <a:endParaRPr lang="en-US"/>
        </a:p>
      </dgm:t>
    </dgm:pt>
    <dgm:pt modelId="{86EEF942-D062-4527-97D9-7119301DB6FA}">
      <dgm:prSet/>
      <dgm:spPr/>
      <dgm:t>
        <a:bodyPr/>
        <a:lstStyle/>
        <a:p>
          <a:r>
            <a:rPr lang="en-US"/>
            <a:t>Google Scholar</a:t>
          </a:r>
        </a:p>
      </dgm:t>
    </dgm:pt>
    <dgm:pt modelId="{0BFC4BC7-D958-4F3F-870F-E0B424F5BF94}" type="parTrans" cxnId="{0214325F-C953-4209-9550-D99D480F166C}">
      <dgm:prSet/>
      <dgm:spPr/>
      <dgm:t>
        <a:bodyPr/>
        <a:lstStyle/>
        <a:p>
          <a:endParaRPr lang="en-US" sz="3600"/>
        </a:p>
      </dgm:t>
    </dgm:pt>
    <dgm:pt modelId="{770130E3-EF9C-44AE-8E09-161882B2417F}" type="sibTrans" cxnId="{0214325F-C953-4209-9550-D99D480F166C}">
      <dgm:prSet/>
      <dgm:spPr/>
      <dgm:t>
        <a:bodyPr/>
        <a:lstStyle/>
        <a:p>
          <a:endParaRPr lang="en-US"/>
        </a:p>
      </dgm:t>
    </dgm:pt>
    <dgm:pt modelId="{A0F747A3-D89F-47AB-A846-C6DD2A7168A1}">
      <dgm:prSet/>
      <dgm:spPr/>
      <dgm:t>
        <a:bodyPr/>
        <a:lstStyle/>
        <a:p>
          <a:r>
            <a:rPr lang="en-US"/>
            <a:t>IEEE Xplore</a:t>
          </a:r>
        </a:p>
      </dgm:t>
    </dgm:pt>
    <dgm:pt modelId="{5C7B7C74-E21B-41E0-8126-2D4474AC9A37}" type="parTrans" cxnId="{D8F019C4-08D5-480B-AD9F-57519A792C0B}">
      <dgm:prSet/>
      <dgm:spPr/>
      <dgm:t>
        <a:bodyPr/>
        <a:lstStyle/>
        <a:p>
          <a:endParaRPr lang="en-US" sz="3600"/>
        </a:p>
      </dgm:t>
    </dgm:pt>
    <dgm:pt modelId="{BB19ADEB-C34D-4E9E-B3AE-3D1E3A00951D}" type="sibTrans" cxnId="{D8F019C4-08D5-480B-AD9F-57519A792C0B}">
      <dgm:prSet/>
      <dgm:spPr/>
      <dgm:t>
        <a:bodyPr/>
        <a:lstStyle/>
        <a:p>
          <a:endParaRPr lang="en-US"/>
        </a:p>
      </dgm:t>
    </dgm:pt>
    <dgm:pt modelId="{F09351CA-C1E7-4A87-B4CC-BC83B688E5B0}">
      <dgm:prSet/>
      <dgm:spPr/>
      <dgm:t>
        <a:bodyPr/>
        <a:lstStyle/>
        <a:p>
          <a:r>
            <a:rPr lang="en-US"/>
            <a:t>Scopus / ScienceDirect</a:t>
          </a:r>
        </a:p>
      </dgm:t>
    </dgm:pt>
    <dgm:pt modelId="{806C09D6-E0BA-4B6B-BAF6-DE19E505EBD8}" type="parTrans" cxnId="{F481E08C-B30B-458F-88E2-8831EF2B52AE}">
      <dgm:prSet/>
      <dgm:spPr/>
      <dgm:t>
        <a:bodyPr/>
        <a:lstStyle/>
        <a:p>
          <a:endParaRPr lang="en-US" sz="3600"/>
        </a:p>
      </dgm:t>
    </dgm:pt>
    <dgm:pt modelId="{F8BC88B2-872E-4D31-930E-C393E6D0344A}" type="sibTrans" cxnId="{F481E08C-B30B-458F-88E2-8831EF2B52AE}">
      <dgm:prSet/>
      <dgm:spPr/>
      <dgm:t>
        <a:bodyPr/>
        <a:lstStyle/>
        <a:p>
          <a:endParaRPr lang="en-US"/>
        </a:p>
      </dgm:t>
    </dgm:pt>
    <dgm:pt modelId="{43E56A6E-F1D6-465A-9875-96DA6CBDAD60}">
      <dgm:prSet/>
      <dgm:spPr/>
      <dgm:t>
        <a:bodyPr/>
        <a:lstStyle/>
        <a:p>
          <a:r>
            <a:rPr lang="en-US"/>
            <a:t>ResearchGate</a:t>
          </a:r>
        </a:p>
      </dgm:t>
    </dgm:pt>
    <dgm:pt modelId="{F6250F56-F894-4197-BEE6-B43AE015C368}" type="parTrans" cxnId="{86EF13A5-3F74-45A2-AAF1-A6A4A9ED185B}">
      <dgm:prSet/>
      <dgm:spPr/>
      <dgm:t>
        <a:bodyPr/>
        <a:lstStyle/>
        <a:p>
          <a:endParaRPr lang="en-US" sz="3600"/>
        </a:p>
      </dgm:t>
    </dgm:pt>
    <dgm:pt modelId="{D95118B4-C253-4E78-94F4-6A4CDFE6700C}" type="sibTrans" cxnId="{86EF13A5-3F74-45A2-AAF1-A6A4A9ED185B}">
      <dgm:prSet/>
      <dgm:spPr/>
      <dgm:t>
        <a:bodyPr/>
        <a:lstStyle/>
        <a:p>
          <a:endParaRPr lang="en-US"/>
        </a:p>
      </dgm:t>
    </dgm:pt>
    <dgm:pt modelId="{C0CB2C71-85AE-422A-ACFA-C92BD2E5CB32}">
      <dgm:prSet/>
      <dgm:spPr/>
      <dgm:t>
        <a:bodyPr/>
        <a:lstStyle/>
        <a:p>
          <a:r>
            <a:rPr lang="en-US"/>
            <a:t>ProQuest</a:t>
          </a:r>
        </a:p>
      </dgm:t>
    </dgm:pt>
    <dgm:pt modelId="{D883A0D7-292C-4ACA-89B2-41A1256404A7}" type="parTrans" cxnId="{FC78BFCB-DDAE-423E-BB75-86EE4A532926}">
      <dgm:prSet/>
      <dgm:spPr/>
      <dgm:t>
        <a:bodyPr/>
        <a:lstStyle/>
        <a:p>
          <a:endParaRPr lang="en-US" sz="3600"/>
        </a:p>
      </dgm:t>
    </dgm:pt>
    <dgm:pt modelId="{C68DDCF3-E2F4-4E88-876E-2556E53A317A}" type="sibTrans" cxnId="{FC78BFCB-DDAE-423E-BB75-86EE4A532926}">
      <dgm:prSet/>
      <dgm:spPr/>
      <dgm:t>
        <a:bodyPr/>
        <a:lstStyle/>
        <a:p>
          <a:endParaRPr lang="en-US"/>
        </a:p>
      </dgm:t>
    </dgm:pt>
    <dgm:pt modelId="{1EBCDEBF-6F46-4DC8-A9FF-08EEAB831440}">
      <dgm:prSet/>
      <dgm:spPr/>
      <dgm:t>
        <a:bodyPr/>
        <a:lstStyle/>
        <a:p>
          <a:r>
            <a:rPr lang="en-US"/>
            <a:t>SpringerLink</a:t>
          </a:r>
        </a:p>
      </dgm:t>
    </dgm:pt>
    <dgm:pt modelId="{FA9AF79F-9ED3-46B2-B5AD-535731FE7584}" type="parTrans" cxnId="{EF848998-8947-4EFC-8A47-BCB67E485A7E}">
      <dgm:prSet/>
      <dgm:spPr/>
      <dgm:t>
        <a:bodyPr/>
        <a:lstStyle/>
        <a:p>
          <a:endParaRPr lang="en-US" sz="3600"/>
        </a:p>
      </dgm:t>
    </dgm:pt>
    <dgm:pt modelId="{431D9EFF-084E-4281-A3E7-B090443FF882}" type="sibTrans" cxnId="{EF848998-8947-4EFC-8A47-BCB67E485A7E}">
      <dgm:prSet/>
      <dgm:spPr/>
      <dgm:t>
        <a:bodyPr/>
        <a:lstStyle/>
        <a:p>
          <a:endParaRPr lang="en-US"/>
        </a:p>
      </dgm:t>
    </dgm:pt>
    <dgm:pt modelId="{CB4A66EE-A44D-422D-AA28-22AE93ED526D}" type="pres">
      <dgm:prSet presAssocID="{0183CF41-4250-4E6B-99BE-5B18F086DDEC}" presName="Name0" presStyleCnt="0">
        <dgm:presLayoutVars>
          <dgm:dir/>
          <dgm:animLvl val="lvl"/>
          <dgm:resizeHandles val="exact"/>
        </dgm:presLayoutVars>
      </dgm:prSet>
      <dgm:spPr/>
    </dgm:pt>
    <dgm:pt modelId="{2B242570-AAB2-4CD5-BD26-271A5D78A961}" type="pres">
      <dgm:prSet presAssocID="{63652B14-8DD3-4314-AEC2-061D99212E50}" presName="composite" presStyleCnt="0"/>
      <dgm:spPr/>
    </dgm:pt>
    <dgm:pt modelId="{BEAB187F-F8BF-4A28-8143-8740197A41F4}" type="pres">
      <dgm:prSet presAssocID="{63652B14-8DD3-4314-AEC2-061D99212E50}" presName="parTx" presStyleLbl="alignNode1" presStyleIdx="0" presStyleCnt="4">
        <dgm:presLayoutVars>
          <dgm:chMax val="0"/>
          <dgm:chPref val="0"/>
          <dgm:bulletEnabled val="1"/>
        </dgm:presLayoutVars>
      </dgm:prSet>
      <dgm:spPr/>
    </dgm:pt>
    <dgm:pt modelId="{81FAC465-A85F-40F0-9745-1F1D946F0EC5}" type="pres">
      <dgm:prSet presAssocID="{63652B14-8DD3-4314-AEC2-061D99212E50}" presName="desTx" presStyleLbl="alignAccFollowNode1" presStyleIdx="0" presStyleCnt="4">
        <dgm:presLayoutVars>
          <dgm:bulletEnabled val="1"/>
        </dgm:presLayoutVars>
      </dgm:prSet>
      <dgm:spPr/>
    </dgm:pt>
    <dgm:pt modelId="{DE7E6768-6E05-46C4-B7B4-1BB9E711CA11}" type="pres">
      <dgm:prSet presAssocID="{BF082527-5C37-45B6-90E6-13EEA7D31538}" presName="space" presStyleCnt="0"/>
      <dgm:spPr/>
    </dgm:pt>
    <dgm:pt modelId="{89BD7241-FF07-45E2-9468-209EAF6A285A}" type="pres">
      <dgm:prSet presAssocID="{4B92B5C9-F52C-4D0E-86DC-A3F252CBEA5D}" presName="composite" presStyleCnt="0"/>
      <dgm:spPr/>
    </dgm:pt>
    <dgm:pt modelId="{35BCF55A-CF9E-4440-A420-56F1DBD484B4}" type="pres">
      <dgm:prSet presAssocID="{4B92B5C9-F52C-4D0E-86DC-A3F252CBEA5D}" presName="parTx" presStyleLbl="alignNode1" presStyleIdx="1" presStyleCnt="4">
        <dgm:presLayoutVars>
          <dgm:chMax val="0"/>
          <dgm:chPref val="0"/>
          <dgm:bulletEnabled val="1"/>
        </dgm:presLayoutVars>
      </dgm:prSet>
      <dgm:spPr/>
    </dgm:pt>
    <dgm:pt modelId="{A7FDC236-B4EB-4070-A26C-BB051E0E5BF3}" type="pres">
      <dgm:prSet presAssocID="{4B92B5C9-F52C-4D0E-86DC-A3F252CBEA5D}" presName="desTx" presStyleLbl="alignAccFollowNode1" presStyleIdx="1" presStyleCnt="4">
        <dgm:presLayoutVars>
          <dgm:bulletEnabled val="1"/>
        </dgm:presLayoutVars>
      </dgm:prSet>
      <dgm:spPr/>
    </dgm:pt>
    <dgm:pt modelId="{EBB512CD-1511-433F-A489-98EB91EB566A}" type="pres">
      <dgm:prSet presAssocID="{1261EEE4-BD3C-40EA-A49D-3F8774630237}" presName="space" presStyleCnt="0"/>
      <dgm:spPr/>
    </dgm:pt>
    <dgm:pt modelId="{FB6BE947-8ADF-4667-B5F2-72E8B4E16AC2}" type="pres">
      <dgm:prSet presAssocID="{E093C207-1900-4035-B1C7-77400F4839A0}" presName="composite" presStyleCnt="0"/>
      <dgm:spPr/>
    </dgm:pt>
    <dgm:pt modelId="{525D17D7-0938-46B9-A388-36B7DD2F69E7}" type="pres">
      <dgm:prSet presAssocID="{E093C207-1900-4035-B1C7-77400F4839A0}" presName="parTx" presStyleLbl="alignNode1" presStyleIdx="2" presStyleCnt="4">
        <dgm:presLayoutVars>
          <dgm:chMax val="0"/>
          <dgm:chPref val="0"/>
          <dgm:bulletEnabled val="1"/>
        </dgm:presLayoutVars>
      </dgm:prSet>
      <dgm:spPr/>
    </dgm:pt>
    <dgm:pt modelId="{F249210C-6F6C-446F-8903-329CFD4E4AFB}" type="pres">
      <dgm:prSet presAssocID="{E093C207-1900-4035-B1C7-77400F4839A0}" presName="desTx" presStyleLbl="alignAccFollowNode1" presStyleIdx="2" presStyleCnt="4">
        <dgm:presLayoutVars>
          <dgm:bulletEnabled val="1"/>
        </dgm:presLayoutVars>
      </dgm:prSet>
      <dgm:spPr/>
    </dgm:pt>
    <dgm:pt modelId="{61B6227E-8FD5-417D-A9D4-7B800CE12AC5}" type="pres">
      <dgm:prSet presAssocID="{95EAE5FC-3153-488D-B226-E6329A0DBE28}" presName="space" presStyleCnt="0"/>
      <dgm:spPr/>
    </dgm:pt>
    <dgm:pt modelId="{7CB59821-3C6B-42A6-9E79-40AD3105D68F}" type="pres">
      <dgm:prSet presAssocID="{8ECA83D4-34CC-4B23-B810-02D30CFB7B69}" presName="composite" presStyleCnt="0"/>
      <dgm:spPr/>
    </dgm:pt>
    <dgm:pt modelId="{3AA62D97-E2B2-4AD1-AF4A-F341816932CE}" type="pres">
      <dgm:prSet presAssocID="{8ECA83D4-34CC-4B23-B810-02D30CFB7B69}" presName="parTx" presStyleLbl="alignNode1" presStyleIdx="3" presStyleCnt="4">
        <dgm:presLayoutVars>
          <dgm:chMax val="0"/>
          <dgm:chPref val="0"/>
          <dgm:bulletEnabled val="1"/>
        </dgm:presLayoutVars>
      </dgm:prSet>
      <dgm:spPr/>
    </dgm:pt>
    <dgm:pt modelId="{318D8ABE-86F4-4DC1-87BC-3CFCFD56B069}" type="pres">
      <dgm:prSet presAssocID="{8ECA83D4-34CC-4B23-B810-02D30CFB7B69}" presName="desTx" presStyleLbl="alignAccFollowNode1" presStyleIdx="3" presStyleCnt="4">
        <dgm:presLayoutVars>
          <dgm:bulletEnabled val="1"/>
        </dgm:presLayoutVars>
      </dgm:prSet>
      <dgm:spPr/>
    </dgm:pt>
  </dgm:ptLst>
  <dgm:cxnLst>
    <dgm:cxn modelId="{976A6F1E-2A8E-4614-A1D6-4079FD25E9FC}" type="presOf" srcId="{86EEF942-D062-4527-97D9-7119301DB6FA}" destId="{318D8ABE-86F4-4DC1-87BC-3CFCFD56B069}" srcOrd="0" destOrd="0" presId="urn:microsoft.com/office/officeart/2005/8/layout/hList1"/>
    <dgm:cxn modelId="{648F5C21-0121-4AC3-A132-E94CA05024DE}" type="presOf" srcId="{46860914-3B93-4368-85F4-6C2520E5F876}" destId="{A7FDC236-B4EB-4070-A26C-BB051E0E5BF3}" srcOrd="0" destOrd="0" presId="urn:microsoft.com/office/officeart/2005/8/layout/hList1"/>
    <dgm:cxn modelId="{A1098523-D21B-4EBE-B032-EE855CCB3105}" type="presOf" srcId="{43E56A6E-F1D6-465A-9875-96DA6CBDAD60}" destId="{318D8ABE-86F4-4DC1-87BC-3CFCFD56B069}" srcOrd="0" destOrd="3" presId="urn:microsoft.com/office/officeart/2005/8/layout/hList1"/>
    <dgm:cxn modelId="{34E37A27-C054-4BB9-8073-F21969C1D6C9}" srcId="{0183CF41-4250-4E6B-99BE-5B18F086DDEC}" destId="{63652B14-8DD3-4314-AEC2-061D99212E50}" srcOrd="0" destOrd="0" parTransId="{689D340D-B838-4688-88BD-F367A0D53360}" sibTransId="{BF082527-5C37-45B6-90E6-13EEA7D31538}"/>
    <dgm:cxn modelId="{A3A1362B-4493-4A50-8C15-825FA286EE33}" type="presOf" srcId="{B5E4761B-8677-4EE8-99DB-AC1DC8DD567D}" destId="{81FAC465-A85F-40F0-9745-1F1D946F0EC5}" srcOrd="0" destOrd="2" presId="urn:microsoft.com/office/officeart/2005/8/layout/hList1"/>
    <dgm:cxn modelId="{739EF935-02A9-4E47-B881-FDC168A20B76}" srcId="{E093C207-1900-4035-B1C7-77400F4839A0}" destId="{D373C2C1-B554-4915-BD0D-EB1BD68E65CE}" srcOrd="1" destOrd="0" parTransId="{F18A69E6-B7BC-48BE-BB19-9F24115E2AED}" sibTransId="{EDC41EF9-A74A-4543-9AE7-49437FB09D37}"/>
    <dgm:cxn modelId="{0214325F-C953-4209-9550-D99D480F166C}" srcId="{8ECA83D4-34CC-4B23-B810-02D30CFB7B69}" destId="{86EEF942-D062-4527-97D9-7119301DB6FA}" srcOrd="0" destOrd="0" parTransId="{0BFC4BC7-D958-4F3F-870F-E0B424F5BF94}" sibTransId="{770130E3-EF9C-44AE-8E09-161882B2417F}"/>
    <dgm:cxn modelId="{E5270A62-8BD1-421E-B85C-483ED1098D70}" srcId="{63652B14-8DD3-4314-AEC2-061D99212E50}" destId="{C06C0A07-22F9-4642-A224-49D415564BDB}" srcOrd="1" destOrd="0" parTransId="{93A15AD3-12C2-4F2E-A744-EF919D64593E}" sibTransId="{ED0BE02A-3AA2-44D6-8D39-E3D0E1F9622C}"/>
    <dgm:cxn modelId="{FC574962-198E-4B55-8B7B-62BE20928E9F}" srcId="{E093C207-1900-4035-B1C7-77400F4839A0}" destId="{1194CD92-90A9-4DA1-B0BD-236B004156F8}" srcOrd="0" destOrd="0" parTransId="{1843C4AB-ACD8-47E0-83F0-0D732470BB16}" sibTransId="{ADEEE372-E057-42E0-9EE0-2BE983EBF0ED}"/>
    <dgm:cxn modelId="{6B0E6C43-7B6A-4959-ACA3-A3470853B0D0}" srcId="{63652B14-8DD3-4314-AEC2-061D99212E50}" destId="{E14F4868-6446-45AA-89E8-7CFF2350C85C}" srcOrd="0" destOrd="0" parTransId="{5BD1D95A-4C58-45A5-A7DF-D26A2C68599C}" sibTransId="{DA5B0648-B6D5-49EA-AFDB-1B899A2CC82F}"/>
    <dgm:cxn modelId="{4FB0716B-A137-4D72-813C-84A78D714814}" type="presOf" srcId="{D373C2C1-B554-4915-BD0D-EB1BD68E65CE}" destId="{F249210C-6F6C-446F-8903-329CFD4E4AFB}" srcOrd="0" destOrd="1" presId="urn:microsoft.com/office/officeart/2005/8/layout/hList1"/>
    <dgm:cxn modelId="{8165DD4B-0B7D-473B-B788-3B04BAAF89C6}" srcId="{4B92B5C9-F52C-4D0E-86DC-A3F252CBEA5D}" destId="{46860914-3B93-4368-85F4-6C2520E5F876}" srcOrd="0" destOrd="0" parTransId="{6345EBDE-3D8D-45F7-B950-98B16C12E639}" sibTransId="{A4CA9AE8-CF11-43CA-887C-A71F953DF970}"/>
    <dgm:cxn modelId="{9CA0DD4B-3623-4C7D-BD59-20FDB1D6E729}" type="presOf" srcId="{8ECA83D4-34CC-4B23-B810-02D30CFB7B69}" destId="{3AA62D97-E2B2-4AD1-AF4A-F341816932CE}" srcOrd="0" destOrd="0" presId="urn:microsoft.com/office/officeart/2005/8/layout/hList1"/>
    <dgm:cxn modelId="{0F7AAE6F-2997-4F09-9096-BB9A28A29E6B}" type="presOf" srcId="{63652B14-8DD3-4314-AEC2-061D99212E50}" destId="{BEAB187F-F8BF-4A28-8143-8740197A41F4}" srcOrd="0" destOrd="0" presId="urn:microsoft.com/office/officeart/2005/8/layout/hList1"/>
    <dgm:cxn modelId="{4BE67B51-B46D-41C1-8338-DDDFCDB72A70}" type="presOf" srcId="{1EBCDEBF-6F46-4DC8-A9FF-08EEAB831440}" destId="{318D8ABE-86F4-4DC1-87BC-3CFCFD56B069}" srcOrd="0" destOrd="5" presId="urn:microsoft.com/office/officeart/2005/8/layout/hList1"/>
    <dgm:cxn modelId="{5E217A72-8719-4D4F-BE1E-FFE76A6C8B66}" type="presOf" srcId="{4B92B5C9-F52C-4D0E-86DC-A3F252CBEA5D}" destId="{35BCF55A-CF9E-4440-A420-56F1DBD484B4}" srcOrd="0" destOrd="0" presId="urn:microsoft.com/office/officeart/2005/8/layout/hList1"/>
    <dgm:cxn modelId="{A359F372-0A34-4CCB-AB20-3E0FCF332882}" type="presOf" srcId="{5B6198E1-5294-41B7-8619-6B0F4DEDAAC0}" destId="{A7FDC236-B4EB-4070-A26C-BB051E0E5BF3}" srcOrd="0" destOrd="2" presId="urn:microsoft.com/office/officeart/2005/8/layout/hList1"/>
    <dgm:cxn modelId="{2326B783-0033-4347-846B-050B0F089737}" srcId="{0183CF41-4250-4E6B-99BE-5B18F086DDEC}" destId="{8ECA83D4-34CC-4B23-B810-02D30CFB7B69}" srcOrd="3" destOrd="0" parTransId="{3FCF24C7-8FDA-4E14-8331-D1C15AC63342}" sibTransId="{533A185F-A01C-4227-9E00-708459CFA2A8}"/>
    <dgm:cxn modelId="{F481E08C-B30B-458F-88E2-8831EF2B52AE}" srcId="{8ECA83D4-34CC-4B23-B810-02D30CFB7B69}" destId="{F09351CA-C1E7-4A87-B4CC-BC83B688E5B0}" srcOrd="2" destOrd="0" parTransId="{806C09D6-E0BA-4B6B-BAF6-DE19E505EBD8}" sibTransId="{F8BC88B2-872E-4D31-930E-C393E6D0344A}"/>
    <dgm:cxn modelId="{01E6E494-9450-40D7-8D93-2FCF564ECDE2}" type="presOf" srcId="{1194CD92-90A9-4DA1-B0BD-236B004156F8}" destId="{F249210C-6F6C-446F-8903-329CFD4E4AFB}" srcOrd="0" destOrd="0" presId="urn:microsoft.com/office/officeart/2005/8/layout/hList1"/>
    <dgm:cxn modelId="{E2143E98-229E-443E-A953-DDF9BDB72FA9}" type="presOf" srcId="{C0CB2C71-85AE-422A-ACFA-C92BD2E5CB32}" destId="{318D8ABE-86F4-4DC1-87BC-3CFCFD56B069}" srcOrd="0" destOrd="4" presId="urn:microsoft.com/office/officeart/2005/8/layout/hList1"/>
    <dgm:cxn modelId="{EF848998-8947-4EFC-8A47-BCB67E485A7E}" srcId="{8ECA83D4-34CC-4B23-B810-02D30CFB7B69}" destId="{1EBCDEBF-6F46-4DC8-A9FF-08EEAB831440}" srcOrd="5" destOrd="0" parTransId="{FA9AF79F-9ED3-46B2-B5AD-535731FE7584}" sibTransId="{431D9EFF-084E-4281-A3E7-B090443FF882}"/>
    <dgm:cxn modelId="{FF58819A-4956-4F33-A59D-B12C2171B258}" type="presOf" srcId="{0183CF41-4250-4E6B-99BE-5B18F086DDEC}" destId="{CB4A66EE-A44D-422D-AA28-22AE93ED526D}" srcOrd="0" destOrd="0" presId="urn:microsoft.com/office/officeart/2005/8/layout/hList1"/>
    <dgm:cxn modelId="{B13A1C9E-14FA-4680-AA2F-D421941EFF51}" type="presOf" srcId="{D22E8DAB-0BB2-454D-A33B-2DE5C7FBD710}" destId="{A7FDC236-B4EB-4070-A26C-BB051E0E5BF3}" srcOrd="0" destOrd="1" presId="urn:microsoft.com/office/officeart/2005/8/layout/hList1"/>
    <dgm:cxn modelId="{9E11779E-79A0-4734-B212-130229253314}" type="presOf" srcId="{C06C0A07-22F9-4642-A224-49D415564BDB}" destId="{81FAC465-A85F-40F0-9745-1F1D946F0EC5}" srcOrd="0" destOrd="1" presId="urn:microsoft.com/office/officeart/2005/8/layout/hList1"/>
    <dgm:cxn modelId="{86EF13A5-3F74-45A2-AAF1-A6A4A9ED185B}" srcId="{8ECA83D4-34CC-4B23-B810-02D30CFB7B69}" destId="{43E56A6E-F1D6-465A-9875-96DA6CBDAD60}" srcOrd="3" destOrd="0" parTransId="{F6250F56-F894-4197-BEE6-B43AE015C368}" sibTransId="{D95118B4-C253-4E78-94F4-6A4CDFE6700C}"/>
    <dgm:cxn modelId="{BBF953AA-5CDB-416A-8A17-3EACA79B67E4}" srcId="{63652B14-8DD3-4314-AEC2-061D99212E50}" destId="{B5E4761B-8677-4EE8-99DB-AC1DC8DD567D}" srcOrd="2" destOrd="0" parTransId="{165CBD08-FEE8-4678-85D7-1B585B7D8B90}" sibTransId="{C580BE5E-3CE4-4916-AF47-1D2DDC0710F4}"/>
    <dgm:cxn modelId="{0228DAAE-640F-4D6C-9271-FF42076C7FA0}" type="presOf" srcId="{E093C207-1900-4035-B1C7-77400F4839A0}" destId="{525D17D7-0938-46B9-A388-36B7DD2F69E7}" srcOrd="0" destOrd="0" presId="urn:microsoft.com/office/officeart/2005/8/layout/hList1"/>
    <dgm:cxn modelId="{542D4FB7-0B79-4116-9920-53D849A67D25}" srcId="{0183CF41-4250-4E6B-99BE-5B18F086DDEC}" destId="{E093C207-1900-4035-B1C7-77400F4839A0}" srcOrd="2" destOrd="0" parTransId="{0861BC42-2315-4E8C-9CA1-354FBEC5D49A}" sibTransId="{95EAE5FC-3153-488D-B226-E6329A0DBE28}"/>
    <dgm:cxn modelId="{43D344BE-AB82-47CC-AE15-F1362011BE10}" type="presOf" srcId="{E14F4868-6446-45AA-89E8-7CFF2350C85C}" destId="{81FAC465-A85F-40F0-9745-1F1D946F0EC5}" srcOrd="0" destOrd="0" presId="urn:microsoft.com/office/officeart/2005/8/layout/hList1"/>
    <dgm:cxn modelId="{D8F019C4-08D5-480B-AD9F-57519A792C0B}" srcId="{8ECA83D4-34CC-4B23-B810-02D30CFB7B69}" destId="{A0F747A3-D89F-47AB-A846-C6DD2A7168A1}" srcOrd="1" destOrd="0" parTransId="{5C7B7C74-E21B-41E0-8126-2D4474AC9A37}" sibTransId="{BB19ADEB-C34D-4E9E-B3AE-3D1E3A00951D}"/>
    <dgm:cxn modelId="{E79678C6-91D4-497D-A1D0-F607FC6A5754}" srcId="{4B92B5C9-F52C-4D0E-86DC-A3F252CBEA5D}" destId="{5B6198E1-5294-41B7-8619-6B0F4DEDAAC0}" srcOrd="2" destOrd="0" parTransId="{4C04EA98-6CE0-47E0-AFE7-1C1D7543FA2A}" sibTransId="{9CDF5F8D-C835-4BFE-8886-2277B5F58ED3}"/>
    <dgm:cxn modelId="{191013CB-CBB6-41CC-ABD0-E184C8BC99CD}" srcId="{4B92B5C9-F52C-4D0E-86DC-A3F252CBEA5D}" destId="{D22E8DAB-0BB2-454D-A33B-2DE5C7FBD710}" srcOrd="1" destOrd="0" parTransId="{10574B9B-D0F7-4F07-8E08-D0D819448EFC}" sibTransId="{43C41DF0-DC5C-40A6-B66F-8C4D23E08777}"/>
    <dgm:cxn modelId="{FC78BFCB-DDAE-423E-BB75-86EE4A532926}" srcId="{8ECA83D4-34CC-4B23-B810-02D30CFB7B69}" destId="{C0CB2C71-85AE-422A-ACFA-C92BD2E5CB32}" srcOrd="4" destOrd="0" parTransId="{D883A0D7-292C-4ACA-89B2-41A1256404A7}" sibTransId="{C68DDCF3-E2F4-4E88-876E-2556E53A317A}"/>
    <dgm:cxn modelId="{0A2777D5-F4A9-41C9-90F8-1EC19BF9F0D8}" srcId="{0183CF41-4250-4E6B-99BE-5B18F086DDEC}" destId="{4B92B5C9-F52C-4D0E-86DC-A3F252CBEA5D}" srcOrd="1" destOrd="0" parTransId="{C355422C-037B-46BC-93F0-980DA5F6E767}" sibTransId="{1261EEE4-BD3C-40EA-A49D-3F8774630237}"/>
    <dgm:cxn modelId="{3C41F3EB-9029-4A5A-9083-AB1CC97A882F}" type="presOf" srcId="{F09351CA-C1E7-4A87-B4CC-BC83B688E5B0}" destId="{318D8ABE-86F4-4DC1-87BC-3CFCFD56B069}" srcOrd="0" destOrd="2" presId="urn:microsoft.com/office/officeart/2005/8/layout/hList1"/>
    <dgm:cxn modelId="{F16659EF-264C-4F04-B88B-8EBE7A31293E}" type="presOf" srcId="{A0F747A3-D89F-47AB-A846-C6DD2A7168A1}" destId="{318D8ABE-86F4-4DC1-87BC-3CFCFD56B069}" srcOrd="0" destOrd="1" presId="urn:microsoft.com/office/officeart/2005/8/layout/hList1"/>
    <dgm:cxn modelId="{E4B60E3A-E3CC-4F9C-B075-4D2744C9E476}" type="presParOf" srcId="{CB4A66EE-A44D-422D-AA28-22AE93ED526D}" destId="{2B242570-AAB2-4CD5-BD26-271A5D78A961}" srcOrd="0" destOrd="0" presId="urn:microsoft.com/office/officeart/2005/8/layout/hList1"/>
    <dgm:cxn modelId="{75992DC4-3CC0-4BAD-AD3D-5E254AA82E5F}" type="presParOf" srcId="{2B242570-AAB2-4CD5-BD26-271A5D78A961}" destId="{BEAB187F-F8BF-4A28-8143-8740197A41F4}" srcOrd="0" destOrd="0" presId="urn:microsoft.com/office/officeart/2005/8/layout/hList1"/>
    <dgm:cxn modelId="{C6A75225-2EFD-46D6-84B9-C2506369B249}" type="presParOf" srcId="{2B242570-AAB2-4CD5-BD26-271A5D78A961}" destId="{81FAC465-A85F-40F0-9745-1F1D946F0EC5}" srcOrd="1" destOrd="0" presId="urn:microsoft.com/office/officeart/2005/8/layout/hList1"/>
    <dgm:cxn modelId="{6F1F219D-8D4A-4252-B8BD-AB17E532111A}" type="presParOf" srcId="{CB4A66EE-A44D-422D-AA28-22AE93ED526D}" destId="{DE7E6768-6E05-46C4-B7B4-1BB9E711CA11}" srcOrd="1" destOrd="0" presId="urn:microsoft.com/office/officeart/2005/8/layout/hList1"/>
    <dgm:cxn modelId="{0E364852-ED7E-4DA7-9750-CBC688761243}" type="presParOf" srcId="{CB4A66EE-A44D-422D-AA28-22AE93ED526D}" destId="{89BD7241-FF07-45E2-9468-209EAF6A285A}" srcOrd="2" destOrd="0" presId="urn:microsoft.com/office/officeart/2005/8/layout/hList1"/>
    <dgm:cxn modelId="{2553EF20-6139-40FA-8F02-B83EF4F15DF6}" type="presParOf" srcId="{89BD7241-FF07-45E2-9468-209EAF6A285A}" destId="{35BCF55A-CF9E-4440-A420-56F1DBD484B4}" srcOrd="0" destOrd="0" presId="urn:microsoft.com/office/officeart/2005/8/layout/hList1"/>
    <dgm:cxn modelId="{55048E1A-6A61-4E45-B684-B39BCD39FE77}" type="presParOf" srcId="{89BD7241-FF07-45E2-9468-209EAF6A285A}" destId="{A7FDC236-B4EB-4070-A26C-BB051E0E5BF3}" srcOrd="1" destOrd="0" presId="urn:microsoft.com/office/officeart/2005/8/layout/hList1"/>
    <dgm:cxn modelId="{37EAB822-43C7-4AA0-AB9F-F4E92E2C0B02}" type="presParOf" srcId="{CB4A66EE-A44D-422D-AA28-22AE93ED526D}" destId="{EBB512CD-1511-433F-A489-98EB91EB566A}" srcOrd="3" destOrd="0" presId="urn:microsoft.com/office/officeart/2005/8/layout/hList1"/>
    <dgm:cxn modelId="{ADE6F7FE-CF66-44A4-9336-22E2E5D2C68C}" type="presParOf" srcId="{CB4A66EE-A44D-422D-AA28-22AE93ED526D}" destId="{FB6BE947-8ADF-4667-B5F2-72E8B4E16AC2}" srcOrd="4" destOrd="0" presId="urn:microsoft.com/office/officeart/2005/8/layout/hList1"/>
    <dgm:cxn modelId="{9795EC22-80EA-4887-A0E5-30A4FE6F4641}" type="presParOf" srcId="{FB6BE947-8ADF-4667-B5F2-72E8B4E16AC2}" destId="{525D17D7-0938-46B9-A388-36B7DD2F69E7}" srcOrd="0" destOrd="0" presId="urn:microsoft.com/office/officeart/2005/8/layout/hList1"/>
    <dgm:cxn modelId="{4FE1546E-FE73-4EFF-B5DB-18B298B7230A}" type="presParOf" srcId="{FB6BE947-8ADF-4667-B5F2-72E8B4E16AC2}" destId="{F249210C-6F6C-446F-8903-329CFD4E4AFB}" srcOrd="1" destOrd="0" presId="urn:microsoft.com/office/officeart/2005/8/layout/hList1"/>
    <dgm:cxn modelId="{D5B23EE8-3F81-4310-86E6-8D64DCAFBF4C}" type="presParOf" srcId="{CB4A66EE-A44D-422D-AA28-22AE93ED526D}" destId="{61B6227E-8FD5-417D-A9D4-7B800CE12AC5}" srcOrd="5" destOrd="0" presId="urn:microsoft.com/office/officeart/2005/8/layout/hList1"/>
    <dgm:cxn modelId="{6A921879-03FF-43C9-BC37-119B61098E25}" type="presParOf" srcId="{CB4A66EE-A44D-422D-AA28-22AE93ED526D}" destId="{7CB59821-3C6B-42A6-9E79-40AD3105D68F}" srcOrd="6" destOrd="0" presId="urn:microsoft.com/office/officeart/2005/8/layout/hList1"/>
    <dgm:cxn modelId="{0B377E56-B33C-4068-8F4E-FEF6177A332F}" type="presParOf" srcId="{7CB59821-3C6B-42A6-9E79-40AD3105D68F}" destId="{3AA62D97-E2B2-4AD1-AF4A-F341816932CE}" srcOrd="0" destOrd="0" presId="urn:microsoft.com/office/officeart/2005/8/layout/hList1"/>
    <dgm:cxn modelId="{AB452B91-0F63-4D49-89EF-D19EFAF848DA}" type="presParOf" srcId="{7CB59821-3C6B-42A6-9E79-40AD3105D68F}" destId="{318D8ABE-86F4-4DC1-87BC-3CFCFD56B06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DC14B-15A2-4B57-81D2-D0F305E6F133}"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CDA24DEE-8988-4888-97A4-42FDAF670628}">
      <dgm:prSet/>
      <dgm:spPr/>
      <dgm:t>
        <a:bodyPr/>
        <a:lstStyle/>
        <a:p>
          <a:pPr>
            <a:lnSpc>
              <a:spcPct val="100000"/>
            </a:lnSpc>
          </a:pPr>
          <a:r>
            <a:rPr lang="en-GB"/>
            <a:t>Understanding research on its own terms – testing its viability</a:t>
          </a:r>
          <a:endParaRPr lang="en-US"/>
        </a:p>
      </dgm:t>
    </dgm:pt>
    <dgm:pt modelId="{06BAF92B-86E3-47F3-A3A7-2C316669187C}" type="parTrans" cxnId="{F3F86056-B4DC-4030-863A-91C3BB198A71}">
      <dgm:prSet/>
      <dgm:spPr/>
      <dgm:t>
        <a:bodyPr/>
        <a:lstStyle/>
        <a:p>
          <a:endParaRPr lang="en-US"/>
        </a:p>
      </dgm:t>
    </dgm:pt>
    <dgm:pt modelId="{E75327BB-709A-433B-8D84-0E3795FC84C8}" type="sibTrans" cxnId="{F3F86056-B4DC-4030-863A-91C3BB198A71}">
      <dgm:prSet phldrT="1" phldr="0"/>
      <dgm:spPr/>
      <dgm:t>
        <a:bodyPr/>
        <a:lstStyle/>
        <a:p>
          <a:r>
            <a:rPr lang="en-US"/>
            <a:t>1</a:t>
          </a:r>
        </a:p>
      </dgm:t>
    </dgm:pt>
    <dgm:pt modelId="{00542D29-BD01-4DA9-936D-51627D74B666}">
      <dgm:prSet/>
      <dgm:spPr/>
      <dgm:t>
        <a:bodyPr/>
        <a:lstStyle/>
        <a:p>
          <a:pPr>
            <a:lnSpc>
              <a:spcPct val="100000"/>
            </a:lnSpc>
          </a:pPr>
          <a:r>
            <a:rPr lang="en-GB"/>
            <a:t>Understanding research in relation to other arguments</a:t>
          </a:r>
          <a:endParaRPr lang="en-US"/>
        </a:p>
      </dgm:t>
    </dgm:pt>
    <dgm:pt modelId="{52BF501D-E5A8-4BF4-8D5C-4B1C2F1ED1C5}" type="parTrans" cxnId="{8037D021-648F-4EE5-82D6-99AC1E16ECC2}">
      <dgm:prSet/>
      <dgm:spPr/>
      <dgm:t>
        <a:bodyPr/>
        <a:lstStyle/>
        <a:p>
          <a:endParaRPr lang="en-US"/>
        </a:p>
      </dgm:t>
    </dgm:pt>
    <dgm:pt modelId="{62B6B8FC-C813-40F0-89F5-3C25884C1DBE}" type="sibTrans" cxnId="{8037D021-648F-4EE5-82D6-99AC1E16ECC2}">
      <dgm:prSet phldrT="2" phldr="0"/>
      <dgm:spPr/>
      <dgm:t>
        <a:bodyPr/>
        <a:lstStyle/>
        <a:p>
          <a:r>
            <a:rPr lang="en-US"/>
            <a:t>2</a:t>
          </a:r>
        </a:p>
      </dgm:t>
    </dgm:pt>
    <dgm:pt modelId="{CE9BE37A-3EBE-4E5C-AF94-94DF8CCCC77A}">
      <dgm:prSet/>
      <dgm:spPr/>
      <dgm:t>
        <a:bodyPr/>
        <a:lstStyle/>
        <a:p>
          <a:pPr>
            <a:lnSpc>
              <a:spcPct val="100000"/>
            </a:lnSpc>
          </a:pPr>
          <a:r>
            <a:rPr lang="en-GB"/>
            <a:t>Critiquing research in relation to what you want to do</a:t>
          </a:r>
          <a:endParaRPr lang="en-US"/>
        </a:p>
      </dgm:t>
    </dgm:pt>
    <dgm:pt modelId="{2D93FE5C-ACBA-4B13-96C3-BCC9266AB914}" type="parTrans" cxnId="{8CC2D02C-1002-48FA-900F-A3B366AA9A8A}">
      <dgm:prSet/>
      <dgm:spPr/>
      <dgm:t>
        <a:bodyPr/>
        <a:lstStyle/>
        <a:p>
          <a:endParaRPr lang="en-US"/>
        </a:p>
      </dgm:t>
    </dgm:pt>
    <dgm:pt modelId="{38B8AEF9-37D2-48A7-BA35-6F7CC1B6A456}" type="sibTrans" cxnId="{8CC2D02C-1002-48FA-900F-A3B366AA9A8A}">
      <dgm:prSet phldrT="3" phldr="0"/>
      <dgm:spPr/>
      <dgm:t>
        <a:bodyPr/>
        <a:lstStyle/>
        <a:p>
          <a:r>
            <a:rPr lang="en-US"/>
            <a:t>3</a:t>
          </a:r>
        </a:p>
      </dgm:t>
    </dgm:pt>
    <dgm:pt modelId="{9C5E09D8-76C4-4B8C-8697-0478777FA680}" type="pres">
      <dgm:prSet presAssocID="{E73DC14B-15A2-4B57-81D2-D0F305E6F133}" presName="Name0" presStyleCnt="0">
        <dgm:presLayoutVars>
          <dgm:animLvl val="lvl"/>
          <dgm:resizeHandles val="exact"/>
        </dgm:presLayoutVars>
      </dgm:prSet>
      <dgm:spPr/>
    </dgm:pt>
    <dgm:pt modelId="{FD9DA8DD-240E-4F54-8D17-9001CD3120C5}" type="pres">
      <dgm:prSet presAssocID="{CDA24DEE-8988-4888-97A4-42FDAF670628}" presName="compositeNode" presStyleCnt="0">
        <dgm:presLayoutVars>
          <dgm:bulletEnabled val="1"/>
        </dgm:presLayoutVars>
      </dgm:prSet>
      <dgm:spPr/>
    </dgm:pt>
    <dgm:pt modelId="{4D17B08F-2713-4751-843D-D74371F179AF}" type="pres">
      <dgm:prSet presAssocID="{CDA24DEE-8988-4888-97A4-42FDAF670628}" presName="bgRect" presStyleLbl="bgAccFollowNode1" presStyleIdx="0" presStyleCnt="3"/>
      <dgm:spPr/>
    </dgm:pt>
    <dgm:pt modelId="{E14A3C24-65FD-4129-BE58-630385B3B56D}" type="pres">
      <dgm:prSet presAssocID="{E75327BB-709A-433B-8D84-0E3795FC84C8}" presName="sibTransNodeCircle" presStyleLbl="alignNode1" presStyleIdx="0" presStyleCnt="6">
        <dgm:presLayoutVars>
          <dgm:chMax val="0"/>
          <dgm:bulletEnabled/>
        </dgm:presLayoutVars>
      </dgm:prSet>
      <dgm:spPr/>
    </dgm:pt>
    <dgm:pt modelId="{B51E727B-7F43-4DED-8681-28EA75B3D5B0}" type="pres">
      <dgm:prSet presAssocID="{CDA24DEE-8988-4888-97A4-42FDAF670628}" presName="bottomLine" presStyleLbl="alignNode1" presStyleIdx="1" presStyleCnt="6">
        <dgm:presLayoutVars/>
      </dgm:prSet>
      <dgm:spPr/>
    </dgm:pt>
    <dgm:pt modelId="{CF2A982D-CB1C-4204-A429-BE6C6A6FAFD7}" type="pres">
      <dgm:prSet presAssocID="{CDA24DEE-8988-4888-97A4-42FDAF670628}" presName="nodeText" presStyleLbl="bgAccFollowNode1" presStyleIdx="0" presStyleCnt="3">
        <dgm:presLayoutVars>
          <dgm:bulletEnabled val="1"/>
        </dgm:presLayoutVars>
      </dgm:prSet>
      <dgm:spPr/>
    </dgm:pt>
    <dgm:pt modelId="{E3E922FC-D631-4913-9280-046FBD8A5DC5}" type="pres">
      <dgm:prSet presAssocID="{E75327BB-709A-433B-8D84-0E3795FC84C8}" presName="sibTrans" presStyleCnt="0"/>
      <dgm:spPr/>
    </dgm:pt>
    <dgm:pt modelId="{4A054EE3-9E3D-4939-9CF7-0285C7115824}" type="pres">
      <dgm:prSet presAssocID="{00542D29-BD01-4DA9-936D-51627D74B666}" presName="compositeNode" presStyleCnt="0">
        <dgm:presLayoutVars>
          <dgm:bulletEnabled val="1"/>
        </dgm:presLayoutVars>
      </dgm:prSet>
      <dgm:spPr/>
    </dgm:pt>
    <dgm:pt modelId="{FA14BEB1-86F1-47FA-BD49-556E02D96D13}" type="pres">
      <dgm:prSet presAssocID="{00542D29-BD01-4DA9-936D-51627D74B666}" presName="bgRect" presStyleLbl="bgAccFollowNode1" presStyleIdx="1" presStyleCnt="3"/>
      <dgm:spPr/>
    </dgm:pt>
    <dgm:pt modelId="{A31679D5-40F4-4624-8E2B-572AC9B6CCFF}" type="pres">
      <dgm:prSet presAssocID="{62B6B8FC-C813-40F0-89F5-3C25884C1DBE}" presName="sibTransNodeCircle" presStyleLbl="alignNode1" presStyleIdx="2" presStyleCnt="6">
        <dgm:presLayoutVars>
          <dgm:chMax val="0"/>
          <dgm:bulletEnabled/>
        </dgm:presLayoutVars>
      </dgm:prSet>
      <dgm:spPr/>
    </dgm:pt>
    <dgm:pt modelId="{85440B49-92AA-4508-8C44-DBD1BEA3D76C}" type="pres">
      <dgm:prSet presAssocID="{00542D29-BD01-4DA9-936D-51627D74B666}" presName="bottomLine" presStyleLbl="alignNode1" presStyleIdx="3" presStyleCnt="6">
        <dgm:presLayoutVars/>
      </dgm:prSet>
      <dgm:spPr/>
    </dgm:pt>
    <dgm:pt modelId="{5AB3BBAD-6605-403D-8877-A3EDE0D8AD13}" type="pres">
      <dgm:prSet presAssocID="{00542D29-BD01-4DA9-936D-51627D74B666}" presName="nodeText" presStyleLbl="bgAccFollowNode1" presStyleIdx="1" presStyleCnt="3">
        <dgm:presLayoutVars>
          <dgm:bulletEnabled val="1"/>
        </dgm:presLayoutVars>
      </dgm:prSet>
      <dgm:spPr/>
    </dgm:pt>
    <dgm:pt modelId="{DD015FC5-03B3-4017-B686-B754F1CBE2AA}" type="pres">
      <dgm:prSet presAssocID="{62B6B8FC-C813-40F0-89F5-3C25884C1DBE}" presName="sibTrans" presStyleCnt="0"/>
      <dgm:spPr/>
    </dgm:pt>
    <dgm:pt modelId="{CCE0089D-62B8-4C14-AA47-8A09346173A1}" type="pres">
      <dgm:prSet presAssocID="{CE9BE37A-3EBE-4E5C-AF94-94DF8CCCC77A}" presName="compositeNode" presStyleCnt="0">
        <dgm:presLayoutVars>
          <dgm:bulletEnabled val="1"/>
        </dgm:presLayoutVars>
      </dgm:prSet>
      <dgm:spPr/>
    </dgm:pt>
    <dgm:pt modelId="{82401E40-2599-47B6-B5B4-4D651C772687}" type="pres">
      <dgm:prSet presAssocID="{CE9BE37A-3EBE-4E5C-AF94-94DF8CCCC77A}" presName="bgRect" presStyleLbl="bgAccFollowNode1" presStyleIdx="2" presStyleCnt="3"/>
      <dgm:spPr/>
    </dgm:pt>
    <dgm:pt modelId="{05B9FD04-D9E8-4572-A7F8-A08599EAD36D}" type="pres">
      <dgm:prSet presAssocID="{38B8AEF9-37D2-48A7-BA35-6F7CC1B6A456}" presName="sibTransNodeCircle" presStyleLbl="alignNode1" presStyleIdx="4" presStyleCnt="6">
        <dgm:presLayoutVars>
          <dgm:chMax val="0"/>
          <dgm:bulletEnabled/>
        </dgm:presLayoutVars>
      </dgm:prSet>
      <dgm:spPr/>
    </dgm:pt>
    <dgm:pt modelId="{0E7BFD5D-9A37-4D76-AEA6-6B205755DE7C}" type="pres">
      <dgm:prSet presAssocID="{CE9BE37A-3EBE-4E5C-AF94-94DF8CCCC77A}" presName="bottomLine" presStyleLbl="alignNode1" presStyleIdx="5" presStyleCnt="6">
        <dgm:presLayoutVars/>
      </dgm:prSet>
      <dgm:spPr/>
    </dgm:pt>
    <dgm:pt modelId="{715FB02A-8B4B-4CB6-9EBE-336286C8C19B}" type="pres">
      <dgm:prSet presAssocID="{CE9BE37A-3EBE-4E5C-AF94-94DF8CCCC77A}" presName="nodeText" presStyleLbl="bgAccFollowNode1" presStyleIdx="2" presStyleCnt="3">
        <dgm:presLayoutVars>
          <dgm:bulletEnabled val="1"/>
        </dgm:presLayoutVars>
      </dgm:prSet>
      <dgm:spPr/>
    </dgm:pt>
  </dgm:ptLst>
  <dgm:cxnLst>
    <dgm:cxn modelId="{72BF7C00-16F4-4747-8322-F230673C7CE3}" type="presOf" srcId="{CDA24DEE-8988-4888-97A4-42FDAF670628}" destId="{4D17B08F-2713-4751-843D-D74371F179AF}" srcOrd="0" destOrd="0" presId="urn:microsoft.com/office/officeart/2016/7/layout/BasicLinearProcessNumbered"/>
    <dgm:cxn modelId="{E43A6E09-8A2A-4DB8-B691-4EA6F10A5137}" type="presOf" srcId="{38B8AEF9-37D2-48A7-BA35-6F7CC1B6A456}" destId="{05B9FD04-D9E8-4572-A7F8-A08599EAD36D}" srcOrd="0" destOrd="0" presId="urn:microsoft.com/office/officeart/2016/7/layout/BasicLinearProcessNumbered"/>
    <dgm:cxn modelId="{8037D021-648F-4EE5-82D6-99AC1E16ECC2}" srcId="{E73DC14B-15A2-4B57-81D2-D0F305E6F133}" destId="{00542D29-BD01-4DA9-936D-51627D74B666}" srcOrd="1" destOrd="0" parTransId="{52BF501D-E5A8-4BF4-8D5C-4B1C2F1ED1C5}" sibTransId="{62B6B8FC-C813-40F0-89F5-3C25884C1DBE}"/>
    <dgm:cxn modelId="{8CC2D02C-1002-48FA-900F-A3B366AA9A8A}" srcId="{E73DC14B-15A2-4B57-81D2-D0F305E6F133}" destId="{CE9BE37A-3EBE-4E5C-AF94-94DF8CCCC77A}" srcOrd="2" destOrd="0" parTransId="{2D93FE5C-ACBA-4B13-96C3-BCC9266AB914}" sibTransId="{38B8AEF9-37D2-48A7-BA35-6F7CC1B6A456}"/>
    <dgm:cxn modelId="{E5DF0C31-ED52-460A-91D8-CD2367EE6CF9}" type="presOf" srcId="{00542D29-BD01-4DA9-936D-51627D74B666}" destId="{FA14BEB1-86F1-47FA-BD49-556E02D96D13}" srcOrd="0" destOrd="0" presId="urn:microsoft.com/office/officeart/2016/7/layout/BasicLinearProcessNumbered"/>
    <dgm:cxn modelId="{3F30CF39-E1F8-47BF-90C7-B0A878713FD6}" type="presOf" srcId="{00542D29-BD01-4DA9-936D-51627D74B666}" destId="{5AB3BBAD-6605-403D-8877-A3EDE0D8AD13}" srcOrd="1" destOrd="0" presId="urn:microsoft.com/office/officeart/2016/7/layout/BasicLinearProcessNumbered"/>
    <dgm:cxn modelId="{F707B563-EB51-450D-A8E8-A20553344ECF}" type="presOf" srcId="{CE9BE37A-3EBE-4E5C-AF94-94DF8CCCC77A}" destId="{82401E40-2599-47B6-B5B4-4D651C772687}" srcOrd="0" destOrd="0" presId="urn:microsoft.com/office/officeart/2016/7/layout/BasicLinearProcessNumbered"/>
    <dgm:cxn modelId="{52C5A449-CD22-4B0E-B4B9-E9380D1A7562}" type="presOf" srcId="{E73DC14B-15A2-4B57-81D2-D0F305E6F133}" destId="{9C5E09D8-76C4-4B8C-8697-0478777FA680}" srcOrd="0" destOrd="0" presId="urn:microsoft.com/office/officeart/2016/7/layout/BasicLinearProcessNumbered"/>
    <dgm:cxn modelId="{466D1070-7A35-443D-9105-D96D219ED47B}" type="presOf" srcId="{CE9BE37A-3EBE-4E5C-AF94-94DF8CCCC77A}" destId="{715FB02A-8B4B-4CB6-9EBE-336286C8C19B}" srcOrd="1" destOrd="0" presId="urn:microsoft.com/office/officeart/2016/7/layout/BasicLinearProcessNumbered"/>
    <dgm:cxn modelId="{F3F86056-B4DC-4030-863A-91C3BB198A71}" srcId="{E73DC14B-15A2-4B57-81D2-D0F305E6F133}" destId="{CDA24DEE-8988-4888-97A4-42FDAF670628}" srcOrd="0" destOrd="0" parTransId="{06BAF92B-86E3-47F3-A3A7-2C316669187C}" sibTransId="{E75327BB-709A-433B-8D84-0E3795FC84C8}"/>
    <dgm:cxn modelId="{329EED7D-66D7-434F-A6C2-445AC30F2CD0}" type="presOf" srcId="{62B6B8FC-C813-40F0-89F5-3C25884C1DBE}" destId="{A31679D5-40F4-4624-8E2B-572AC9B6CCFF}" srcOrd="0" destOrd="0" presId="urn:microsoft.com/office/officeart/2016/7/layout/BasicLinearProcessNumbered"/>
    <dgm:cxn modelId="{2B9853C3-77A0-4340-B2D1-700355DB7F03}" type="presOf" srcId="{CDA24DEE-8988-4888-97A4-42FDAF670628}" destId="{CF2A982D-CB1C-4204-A429-BE6C6A6FAFD7}" srcOrd="1" destOrd="0" presId="urn:microsoft.com/office/officeart/2016/7/layout/BasicLinearProcessNumbered"/>
    <dgm:cxn modelId="{A57C99CF-E9D1-487D-94C7-017371EC08DD}" type="presOf" srcId="{E75327BB-709A-433B-8D84-0E3795FC84C8}" destId="{E14A3C24-65FD-4129-BE58-630385B3B56D}" srcOrd="0" destOrd="0" presId="urn:microsoft.com/office/officeart/2016/7/layout/BasicLinearProcessNumbered"/>
    <dgm:cxn modelId="{BBCE6340-1AF2-4212-AAAE-E2E504181B06}" type="presParOf" srcId="{9C5E09D8-76C4-4B8C-8697-0478777FA680}" destId="{FD9DA8DD-240E-4F54-8D17-9001CD3120C5}" srcOrd="0" destOrd="0" presId="urn:microsoft.com/office/officeart/2016/7/layout/BasicLinearProcessNumbered"/>
    <dgm:cxn modelId="{1D285229-0EC7-428A-B6ED-06F8E7354238}" type="presParOf" srcId="{FD9DA8DD-240E-4F54-8D17-9001CD3120C5}" destId="{4D17B08F-2713-4751-843D-D74371F179AF}" srcOrd="0" destOrd="0" presId="urn:microsoft.com/office/officeart/2016/7/layout/BasicLinearProcessNumbered"/>
    <dgm:cxn modelId="{565EB36D-F8FE-41CE-80BC-E9FE7625FB3E}" type="presParOf" srcId="{FD9DA8DD-240E-4F54-8D17-9001CD3120C5}" destId="{E14A3C24-65FD-4129-BE58-630385B3B56D}" srcOrd="1" destOrd="0" presId="urn:microsoft.com/office/officeart/2016/7/layout/BasicLinearProcessNumbered"/>
    <dgm:cxn modelId="{DF10B340-D0C5-4CDD-AFE4-DF8453642506}" type="presParOf" srcId="{FD9DA8DD-240E-4F54-8D17-9001CD3120C5}" destId="{B51E727B-7F43-4DED-8681-28EA75B3D5B0}" srcOrd="2" destOrd="0" presId="urn:microsoft.com/office/officeart/2016/7/layout/BasicLinearProcessNumbered"/>
    <dgm:cxn modelId="{B5ED8872-A90E-4C15-AF0C-E792D16A970A}" type="presParOf" srcId="{FD9DA8DD-240E-4F54-8D17-9001CD3120C5}" destId="{CF2A982D-CB1C-4204-A429-BE6C6A6FAFD7}" srcOrd="3" destOrd="0" presId="urn:microsoft.com/office/officeart/2016/7/layout/BasicLinearProcessNumbered"/>
    <dgm:cxn modelId="{728FF557-F258-45B7-BF4C-32C7528B18E5}" type="presParOf" srcId="{9C5E09D8-76C4-4B8C-8697-0478777FA680}" destId="{E3E922FC-D631-4913-9280-046FBD8A5DC5}" srcOrd="1" destOrd="0" presId="urn:microsoft.com/office/officeart/2016/7/layout/BasicLinearProcessNumbered"/>
    <dgm:cxn modelId="{DB695175-F9E0-4641-8B02-ADDA1E3AD7BF}" type="presParOf" srcId="{9C5E09D8-76C4-4B8C-8697-0478777FA680}" destId="{4A054EE3-9E3D-4939-9CF7-0285C7115824}" srcOrd="2" destOrd="0" presId="urn:microsoft.com/office/officeart/2016/7/layout/BasicLinearProcessNumbered"/>
    <dgm:cxn modelId="{4990E507-D081-4BB8-BA9A-C7ACC5818D30}" type="presParOf" srcId="{4A054EE3-9E3D-4939-9CF7-0285C7115824}" destId="{FA14BEB1-86F1-47FA-BD49-556E02D96D13}" srcOrd="0" destOrd="0" presId="urn:microsoft.com/office/officeart/2016/7/layout/BasicLinearProcessNumbered"/>
    <dgm:cxn modelId="{A78F7BC9-31BB-42ED-8DC2-11D44DCF3ADE}" type="presParOf" srcId="{4A054EE3-9E3D-4939-9CF7-0285C7115824}" destId="{A31679D5-40F4-4624-8E2B-572AC9B6CCFF}" srcOrd="1" destOrd="0" presId="urn:microsoft.com/office/officeart/2016/7/layout/BasicLinearProcessNumbered"/>
    <dgm:cxn modelId="{7644DD6B-221E-4591-AFF3-C0A81DCE2EEF}" type="presParOf" srcId="{4A054EE3-9E3D-4939-9CF7-0285C7115824}" destId="{85440B49-92AA-4508-8C44-DBD1BEA3D76C}" srcOrd="2" destOrd="0" presId="urn:microsoft.com/office/officeart/2016/7/layout/BasicLinearProcessNumbered"/>
    <dgm:cxn modelId="{03D648D7-9CCE-4A4A-A4A8-576E6F1D2931}" type="presParOf" srcId="{4A054EE3-9E3D-4939-9CF7-0285C7115824}" destId="{5AB3BBAD-6605-403D-8877-A3EDE0D8AD13}" srcOrd="3" destOrd="0" presId="urn:microsoft.com/office/officeart/2016/7/layout/BasicLinearProcessNumbered"/>
    <dgm:cxn modelId="{84F343BB-D983-413B-BF50-CAEFB61A8D8E}" type="presParOf" srcId="{9C5E09D8-76C4-4B8C-8697-0478777FA680}" destId="{DD015FC5-03B3-4017-B686-B754F1CBE2AA}" srcOrd="3" destOrd="0" presId="urn:microsoft.com/office/officeart/2016/7/layout/BasicLinearProcessNumbered"/>
    <dgm:cxn modelId="{5CACD606-6457-472B-B3CD-D6BF882882A9}" type="presParOf" srcId="{9C5E09D8-76C4-4B8C-8697-0478777FA680}" destId="{CCE0089D-62B8-4C14-AA47-8A09346173A1}" srcOrd="4" destOrd="0" presId="urn:microsoft.com/office/officeart/2016/7/layout/BasicLinearProcessNumbered"/>
    <dgm:cxn modelId="{AC7D422F-6287-4293-B158-ED388B39FDAA}" type="presParOf" srcId="{CCE0089D-62B8-4C14-AA47-8A09346173A1}" destId="{82401E40-2599-47B6-B5B4-4D651C772687}" srcOrd="0" destOrd="0" presId="urn:microsoft.com/office/officeart/2016/7/layout/BasicLinearProcessNumbered"/>
    <dgm:cxn modelId="{94AE85CC-42BF-40BA-8CF8-431721FC95B3}" type="presParOf" srcId="{CCE0089D-62B8-4C14-AA47-8A09346173A1}" destId="{05B9FD04-D9E8-4572-A7F8-A08599EAD36D}" srcOrd="1" destOrd="0" presId="urn:microsoft.com/office/officeart/2016/7/layout/BasicLinearProcessNumbered"/>
    <dgm:cxn modelId="{0A29E6D8-75BA-4299-992C-11B655D73948}" type="presParOf" srcId="{CCE0089D-62B8-4C14-AA47-8A09346173A1}" destId="{0E7BFD5D-9A37-4D76-AEA6-6B205755DE7C}" srcOrd="2" destOrd="0" presId="urn:microsoft.com/office/officeart/2016/7/layout/BasicLinearProcessNumbered"/>
    <dgm:cxn modelId="{081CE1BD-8583-4F36-9390-9194224C13BB}" type="presParOf" srcId="{CCE0089D-62B8-4C14-AA47-8A09346173A1}" destId="{715FB02A-8B4B-4CB6-9EBE-336286C8C19B}"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B63BC93-D734-4665-9655-3F95E31F9D4C}" type="doc">
      <dgm:prSet loTypeId="urn:microsoft.com/office/officeart/2016/7/layout/VerticalSolidActionList" loCatId="List" qsTypeId="urn:microsoft.com/office/officeart/2005/8/quickstyle/simple2" qsCatId="simple" csTypeId="urn:microsoft.com/office/officeart/2005/8/colors/colorful2" csCatId="colorful"/>
      <dgm:spPr/>
      <dgm:t>
        <a:bodyPr/>
        <a:lstStyle/>
        <a:p>
          <a:endParaRPr lang="en-US"/>
        </a:p>
      </dgm:t>
    </dgm:pt>
    <dgm:pt modelId="{B12992D9-AA85-41CD-BC86-5D65EA6C87CA}">
      <dgm:prSet/>
      <dgm:spPr/>
      <dgm:t>
        <a:bodyPr/>
        <a:lstStyle/>
        <a:p>
          <a:r>
            <a:rPr lang="en-US"/>
            <a:t>Use</a:t>
          </a:r>
        </a:p>
      </dgm:t>
    </dgm:pt>
    <dgm:pt modelId="{5454EB6E-83D6-4CA0-A1F6-BB8C92DB1EA7}" type="parTrans" cxnId="{E0054B8E-0653-4780-A239-A67EE87C66EE}">
      <dgm:prSet/>
      <dgm:spPr/>
      <dgm:t>
        <a:bodyPr/>
        <a:lstStyle/>
        <a:p>
          <a:endParaRPr lang="en-US"/>
        </a:p>
      </dgm:t>
    </dgm:pt>
    <dgm:pt modelId="{77A94C5D-989F-4A76-9F86-818DFB933742}" type="sibTrans" cxnId="{E0054B8E-0653-4780-A239-A67EE87C66EE}">
      <dgm:prSet/>
      <dgm:spPr/>
      <dgm:t>
        <a:bodyPr/>
        <a:lstStyle/>
        <a:p>
          <a:endParaRPr lang="en-US"/>
        </a:p>
      </dgm:t>
    </dgm:pt>
    <dgm:pt modelId="{5DB8A59B-DE86-4DEB-A4E2-DB8F35F67420}">
      <dgm:prSet/>
      <dgm:spPr/>
      <dgm:t>
        <a:bodyPr/>
        <a:lstStyle/>
        <a:p>
          <a:r>
            <a:rPr lang="en-US"/>
            <a:t>Use square brackets for numbers [1], [2], etc.</a:t>
          </a:r>
        </a:p>
      </dgm:t>
    </dgm:pt>
    <dgm:pt modelId="{CC255D52-32AC-4FD2-A7D1-91CDD8A569E7}" type="parTrans" cxnId="{977948C1-54D0-4825-B80B-47F0B5CCA28C}">
      <dgm:prSet/>
      <dgm:spPr/>
      <dgm:t>
        <a:bodyPr/>
        <a:lstStyle/>
        <a:p>
          <a:endParaRPr lang="en-US"/>
        </a:p>
      </dgm:t>
    </dgm:pt>
    <dgm:pt modelId="{23E32EE9-478E-49C4-AB2F-0C74547B7F31}" type="sibTrans" cxnId="{977948C1-54D0-4825-B80B-47F0B5CCA28C}">
      <dgm:prSet/>
      <dgm:spPr/>
      <dgm:t>
        <a:bodyPr/>
        <a:lstStyle/>
        <a:p>
          <a:endParaRPr lang="en-US"/>
        </a:p>
      </dgm:t>
    </dgm:pt>
    <dgm:pt modelId="{CBBF19EE-771D-44C8-A4B6-2D8E079F5F9B}">
      <dgm:prSet/>
      <dgm:spPr/>
      <dgm:t>
        <a:bodyPr/>
        <a:lstStyle/>
        <a:p>
          <a:r>
            <a:rPr lang="en-US"/>
            <a:t>Reference</a:t>
          </a:r>
        </a:p>
      </dgm:t>
    </dgm:pt>
    <dgm:pt modelId="{9B46D417-A830-4C46-8CB7-64E07E27499A}" type="parTrans" cxnId="{158839B5-CB2B-4486-BBAA-57B39BE49FF6}">
      <dgm:prSet/>
      <dgm:spPr/>
      <dgm:t>
        <a:bodyPr/>
        <a:lstStyle/>
        <a:p>
          <a:endParaRPr lang="en-US"/>
        </a:p>
      </dgm:t>
    </dgm:pt>
    <dgm:pt modelId="{238C0B30-FA72-43F0-854E-8ED8A6A58FFB}" type="sibTrans" cxnId="{158839B5-CB2B-4486-BBAA-57B39BE49FF6}">
      <dgm:prSet/>
      <dgm:spPr/>
      <dgm:t>
        <a:bodyPr/>
        <a:lstStyle/>
        <a:p>
          <a:endParaRPr lang="en-US"/>
        </a:p>
      </dgm:t>
    </dgm:pt>
    <dgm:pt modelId="{09A77385-163C-4C6D-A8AE-8B36E2387100}">
      <dgm:prSet/>
      <dgm:spPr/>
      <dgm:t>
        <a:bodyPr/>
        <a:lstStyle/>
        <a:p>
          <a:r>
            <a:rPr lang="en-US"/>
            <a:t>Reference numbers appear inside punctuation, e.g., “...systems [4].”</a:t>
          </a:r>
        </a:p>
      </dgm:t>
    </dgm:pt>
    <dgm:pt modelId="{631485AA-4BF3-4121-A292-236ACBE2EBCC}" type="parTrans" cxnId="{46627C0E-67EB-4028-B427-F975F8FED83C}">
      <dgm:prSet/>
      <dgm:spPr/>
      <dgm:t>
        <a:bodyPr/>
        <a:lstStyle/>
        <a:p>
          <a:endParaRPr lang="en-US"/>
        </a:p>
      </dgm:t>
    </dgm:pt>
    <dgm:pt modelId="{A7434987-E0D6-4625-82E4-A80066786DFE}" type="sibTrans" cxnId="{46627C0E-67EB-4028-B427-F975F8FED83C}">
      <dgm:prSet/>
      <dgm:spPr/>
      <dgm:t>
        <a:bodyPr/>
        <a:lstStyle/>
        <a:p>
          <a:endParaRPr lang="en-US"/>
        </a:p>
      </dgm:t>
    </dgm:pt>
    <dgm:pt modelId="{50AE7D1E-2B3B-4CDB-959F-92D6CFB7A7AB}">
      <dgm:prSet/>
      <dgm:spPr/>
      <dgm:t>
        <a:bodyPr/>
        <a:lstStyle/>
        <a:p>
          <a:r>
            <a:rPr lang="en-US"/>
            <a:t>List</a:t>
          </a:r>
        </a:p>
      </dgm:t>
    </dgm:pt>
    <dgm:pt modelId="{DAE61A50-AFFD-4B72-BCEF-94FB7146B67C}" type="parTrans" cxnId="{3B025904-3C03-42D9-A78E-5A8E694355B1}">
      <dgm:prSet/>
      <dgm:spPr/>
      <dgm:t>
        <a:bodyPr/>
        <a:lstStyle/>
        <a:p>
          <a:endParaRPr lang="en-US"/>
        </a:p>
      </dgm:t>
    </dgm:pt>
    <dgm:pt modelId="{7A6848C5-CD95-4F0A-B05D-E84BDDE4CC89}" type="sibTrans" cxnId="{3B025904-3C03-42D9-A78E-5A8E694355B1}">
      <dgm:prSet/>
      <dgm:spPr/>
      <dgm:t>
        <a:bodyPr/>
        <a:lstStyle/>
        <a:p>
          <a:endParaRPr lang="en-US"/>
        </a:p>
      </dgm:t>
    </dgm:pt>
    <dgm:pt modelId="{EEF15FC1-6BD4-43EA-9373-721710D13EDF}">
      <dgm:prSet/>
      <dgm:spPr/>
      <dgm:t>
        <a:bodyPr/>
        <a:lstStyle/>
        <a:p>
          <a:r>
            <a:rPr lang="en-US"/>
            <a:t>List references in the order of appearance, not alphabetically.</a:t>
          </a:r>
        </a:p>
      </dgm:t>
    </dgm:pt>
    <dgm:pt modelId="{5B304AA5-1D35-444E-B383-E4BA09C5F49D}" type="parTrans" cxnId="{6C7D4452-20F1-42EB-9008-C18A0CBE1732}">
      <dgm:prSet/>
      <dgm:spPr/>
      <dgm:t>
        <a:bodyPr/>
        <a:lstStyle/>
        <a:p>
          <a:endParaRPr lang="en-US"/>
        </a:p>
      </dgm:t>
    </dgm:pt>
    <dgm:pt modelId="{F761ABAD-4D52-441A-9310-994B9AB999F8}" type="sibTrans" cxnId="{6C7D4452-20F1-42EB-9008-C18A0CBE1732}">
      <dgm:prSet/>
      <dgm:spPr/>
      <dgm:t>
        <a:bodyPr/>
        <a:lstStyle/>
        <a:p>
          <a:endParaRPr lang="en-US"/>
        </a:p>
      </dgm:t>
    </dgm:pt>
    <dgm:pt modelId="{32D56891-7AEE-4240-9834-403F37C40F1A}">
      <dgm:prSet/>
      <dgm:spPr/>
      <dgm:t>
        <a:bodyPr/>
        <a:lstStyle/>
        <a:p>
          <a:r>
            <a:rPr lang="en-US"/>
            <a:t>Do not repeat</a:t>
          </a:r>
        </a:p>
      </dgm:t>
    </dgm:pt>
    <dgm:pt modelId="{1257AFCF-43F5-4158-B808-94A962E126F7}" type="parTrans" cxnId="{46B3499D-EAE9-487E-8A9F-4EBA60565C6D}">
      <dgm:prSet/>
      <dgm:spPr/>
      <dgm:t>
        <a:bodyPr/>
        <a:lstStyle/>
        <a:p>
          <a:endParaRPr lang="en-US"/>
        </a:p>
      </dgm:t>
    </dgm:pt>
    <dgm:pt modelId="{737DDE5A-6429-487E-B6DC-19930E3C99C7}" type="sibTrans" cxnId="{46B3499D-EAE9-487E-8A9F-4EBA60565C6D}">
      <dgm:prSet/>
      <dgm:spPr/>
      <dgm:t>
        <a:bodyPr/>
        <a:lstStyle/>
        <a:p>
          <a:endParaRPr lang="en-US"/>
        </a:p>
      </dgm:t>
    </dgm:pt>
    <dgm:pt modelId="{DBE9D322-F1DD-4644-886F-1E844904D373}">
      <dgm:prSet/>
      <dgm:spPr/>
      <dgm:t>
        <a:bodyPr/>
        <a:lstStyle/>
        <a:p>
          <a:r>
            <a:rPr lang="en-US"/>
            <a:t>Do not repeat a reference with a new number — reuse the original number.</a:t>
          </a:r>
        </a:p>
      </dgm:t>
    </dgm:pt>
    <dgm:pt modelId="{02A7A8DE-5D45-4F41-AD30-ADE42123B205}" type="parTrans" cxnId="{565C7EEE-AB97-40E5-B92F-BF1F2DB6438A}">
      <dgm:prSet/>
      <dgm:spPr/>
      <dgm:t>
        <a:bodyPr/>
        <a:lstStyle/>
        <a:p>
          <a:endParaRPr lang="en-US"/>
        </a:p>
      </dgm:t>
    </dgm:pt>
    <dgm:pt modelId="{45CED27A-F721-48FE-88C0-B3A0EF7C3ADC}" type="sibTrans" cxnId="{565C7EEE-AB97-40E5-B92F-BF1F2DB6438A}">
      <dgm:prSet/>
      <dgm:spPr/>
      <dgm:t>
        <a:bodyPr/>
        <a:lstStyle/>
        <a:p>
          <a:endParaRPr lang="en-US"/>
        </a:p>
      </dgm:t>
    </dgm:pt>
    <dgm:pt modelId="{A25DBDE0-F2DF-489F-B3AE-0143CA8119D9}">
      <dgm:prSet/>
      <dgm:spPr/>
      <dgm:t>
        <a:bodyPr/>
        <a:lstStyle/>
        <a:p>
          <a:r>
            <a:rPr lang="en-US"/>
            <a:t>Include up</a:t>
          </a:r>
        </a:p>
      </dgm:t>
    </dgm:pt>
    <dgm:pt modelId="{30D9A9CD-F68E-4421-BC17-05A0ADDA01A2}" type="parTrans" cxnId="{96D28491-886C-468C-958F-1634C545E31B}">
      <dgm:prSet/>
      <dgm:spPr/>
      <dgm:t>
        <a:bodyPr/>
        <a:lstStyle/>
        <a:p>
          <a:endParaRPr lang="en-US"/>
        </a:p>
      </dgm:t>
    </dgm:pt>
    <dgm:pt modelId="{7642F751-F1BB-4B31-88F3-EF27D9AFC272}" type="sibTrans" cxnId="{96D28491-886C-468C-958F-1634C545E31B}">
      <dgm:prSet/>
      <dgm:spPr/>
      <dgm:t>
        <a:bodyPr/>
        <a:lstStyle/>
        <a:p>
          <a:endParaRPr lang="en-US"/>
        </a:p>
      </dgm:t>
    </dgm:pt>
    <dgm:pt modelId="{8543A2D7-1C95-44E2-A305-66951BBEE52F}">
      <dgm:prSet/>
      <dgm:spPr/>
      <dgm:t>
        <a:bodyPr/>
        <a:lstStyle/>
        <a:p>
          <a:r>
            <a:rPr lang="en-US"/>
            <a:t>Include up to six authors; for more, list the first author followed by et al.</a:t>
          </a:r>
        </a:p>
      </dgm:t>
    </dgm:pt>
    <dgm:pt modelId="{04CD3B79-749E-4E7D-A397-AF619E667E4A}" type="parTrans" cxnId="{9D2067A4-FD0E-41AE-87C2-6BC1AB0C9C55}">
      <dgm:prSet/>
      <dgm:spPr/>
      <dgm:t>
        <a:bodyPr/>
        <a:lstStyle/>
        <a:p>
          <a:endParaRPr lang="en-US"/>
        </a:p>
      </dgm:t>
    </dgm:pt>
    <dgm:pt modelId="{80E5F44C-49B0-4BEA-ABA1-BC027A843A73}" type="sibTrans" cxnId="{9D2067A4-FD0E-41AE-87C2-6BC1AB0C9C55}">
      <dgm:prSet/>
      <dgm:spPr/>
      <dgm:t>
        <a:bodyPr/>
        <a:lstStyle/>
        <a:p>
          <a:endParaRPr lang="en-US"/>
        </a:p>
      </dgm:t>
    </dgm:pt>
    <dgm:pt modelId="{389F1F28-111F-48D4-9AFD-3BD95FB3F6DB}" type="pres">
      <dgm:prSet presAssocID="{CB63BC93-D734-4665-9655-3F95E31F9D4C}" presName="Name0" presStyleCnt="0">
        <dgm:presLayoutVars>
          <dgm:dir/>
          <dgm:animLvl val="lvl"/>
          <dgm:resizeHandles val="exact"/>
        </dgm:presLayoutVars>
      </dgm:prSet>
      <dgm:spPr/>
    </dgm:pt>
    <dgm:pt modelId="{E3BA3FD4-F6F4-4AA4-834E-4CB2E76D0005}" type="pres">
      <dgm:prSet presAssocID="{B12992D9-AA85-41CD-BC86-5D65EA6C87CA}" presName="linNode" presStyleCnt="0"/>
      <dgm:spPr/>
    </dgm:pt>
    <dgm:pt modelId="{FB8BE4B8-830F-4200-86B7-40F5D878CA79}" type="pres">
      <dgm:prSet presAssocID="{B12992D9-AA85-41CD-BC86-5D65EA6C87CA}" presName="parentText" presStyleLbl="alignNode1" presStyleIdx="0" presStyleCnt="5">
        <dgm:presLayoutVars>
          <dgm:chMax val="1"/>
          <dgm:bulletEnabled/>
        </dgm:presLayoutVars>
      </dgm:prSet>
      <dgm:spPr/>
    </dgm:pt>
    <dgm:pt modelId="{D85B743C-5D90-46B6-867F-7B228A7354A5}" type="pres">
      <dgm:prSet presAssocID="{B12992D9-AA85-41CD-BC86-5D65EA6C87CA}" presName="descendantText" presStyleLbl="alignAccFollowNode1" presStyleIdx="0" presStyleCnt="5">
        <dgm:presLayoutVars>
          <dgm:bulletEnabled/>
        </dgm:presLayoutVars>
      </dgm:prSet>
      <dgm:spPr/>
    </dgm:pt>
    <dgm:pt modelId="{738A7AF3-6789-4030-A51C-0477D391895F}" type="pres">
      <dgm:prSet presAssocID="{77A94C5D-989F-4A76-9F86-818DFB933742}" presName="sp" presStyleCnt="0"/>
      <dgm:spPr/>
    </dgm:pt>
    <dgm:pt modelId="{CC9344CE-2D87-44E5-9EF4-EAA7E36A51FD}" type="pres">
      <dgm:prSet presAssocID="{CBBF19EE-771D-44C8-A4B6-2D8E079F5F9B}" presName="linNode" presStyleCnt="0"/>
      <dgm:spPr/>
    </dgm:pt>
    <dgm:pt modelId="{640BE351-83C6-4B98-B8BB-F75A750EAEAA}" type="pres">
      <dgm:prSet presAssocID="{CBBF19EE-771D-44C8-A4B6-2D8E079F5F9B}" presName="parentText" presStyleLbl="alignNode1" presStyleIdx="1" presStyleCnt="5">
        <dgm:presLayoutVars>
          <dgm:chMax val="1"/>
          <dgm:bulletEnabled/>
        </dgm:presLayoutVars>
      </dgm:prSet>
      <dgm:spPr/>
    </dgm:pt>
    <dgm:pt modelId="{8002271F-65C5-4A88-B166-12957E4C574C}" type="pres">
      <dgm:prSet presAssocID="{CBBF19EE-771D-44C8-A4B6-2D8E079F5F9B}" presName="descendantText" presStyleLbl="alignAccFollowNode1" presStyleIdx="1" presStyleCnt="5">
        <dgm:presLayoutVars>
          <dgm:bulletEnabled/>
        </dgm:presLayoutVars>
      </dgm:prSet>
      <dgm:spPr/>
    </dgm:pt>
    <dgm:pt modelId="{BB944191-1CA6-4A94-A155-8F83BBF5710D}" type="pres">
      <dgm:prSet presAssocID="{238C0B30-FA72-43F0-854E-8ED8A6A58FFB}" presName="sp" presStyleCnt="0"/>
      <dgm:spPr/>
    </dgm:pt>
    <dgm:pt modelId="{5D935A04-2458-4FDA-855F-532729F0A46B}" type="pres">
      <dgm:prSet presAssocID="{50AE7D1E-2B3B-4CDB-959F-92D6CFB7A7AB}" presName="linNode" presStyleCnt="0"/>
      <dgm:spPr/>
    </dgm:pt>
    <dgm:pt modelId="{619D938A-04D9-4BEB-A6BF-8A5125C6C4A7}" type="pres">
      <dgm:prSet presAssocID="{50AE7D1E-2B3B-4CDB-959F-92D6CFB7A7AB}" presName="parentText" presStyleLbl="alignNode1" presStyleIdx="2" presStyleCnt="5">
        <dgm:presLayoutVars>
          <dgm:chMax val="1"/>
          <dgm:bulletEnabled/>
        </dgm:presLayoutVars>
      </dgm:prSet>
      <dgm:spPr/>
    </dgm:pt>
    <dgm:pt modelId="{BA922A0D-3B87-48D9-8E46-22D69D5C6619}" type="pres">
      <dgm:prSet presAssocID="{50AE7D1E-2B3B-4CDB-959F-92D6CFB7A7AB}" presName="descendantText" presStyleLbl="alignAccFollowNode1" presStyleIdx="2" presStyleCnt="5">
        <dgm:presLayoutVars>
          <dgm:bulletEnabled/>
        </dgm:presLayoutVars>
      </dgm:prSet>
      <dgm:spPr/>
    </dgm:pt>
    <dgm:pt modelId="{C984EDB8-6D8E-4DE2-ABE7-8054810464FD}" type="pres">
      <dgm:prSet presAssocID="{7A6848C5-CD95-4F0A-B05D-E84BDDE4CC89}" presName="sp" presStyleCnt="0"/>
      <dgm:spPr/>
    </dgm:pt>
    <dgm:pt modelId="{0DF58A5E-4489-45BB-B2D5-B9B08A811493}" type="pres">
      <dgm:prSet presAssocID="{32D56891-7AEE-4240-9834-403F37C40F1A}" presName="linNode" presStyleCnt="0"/>
      <dgm:spPr/>
    </dgm:pt>
    <dgm:pt modelId="{73ADC6C2-6BF5-4D9B-8308-86F727EF2011}" type="pres">
      <dgm:prSet presAssocID="{32D56891-7AEE-4240-9834-403F37C40F1A}" presName="parentText" presStyleLbl="alignNode1" presStyleIdx="3" presStyleCnt="5">
        <dgm:presLayoutVars>
          <dgm:chMax val="1"/>
          <dgm:bulletEnabled/>
        </dgm:presLayoutVars>
      </dgm:prSet>
      <dgm:spPr/>
    </dgm:pt>
    <dgm:pt modelId="{3A753B83-D85D-4A36-A834-A590BB8425D0}" type="pres">
      <dgm:prSet presAssocID="{32D56891-7AEE-4240-9834-403F37C40F1A}" presName="descendantText" presStyleLbl="alignAccFollowNode1" presStyleIdx="3" presStyleCnt="5">
        <dgm:presLayoutVars>
          <dgm:bulletEnabled/>
        </dgm:presLayoutVars>
      </dgm:prSet>
      <dgm:spPr/>
    </dgm:pt>
    <dgm:pt modelId="{B6A3271E-8857-4ECE-95F4-DC8612965712}" type="pres">
      <dgm:prSet presAssocID="{737DDE5A-6429-487E-B6DC-19930E3C99C7}" presName="sp" presStyleCnt="0"/>
      <dgm:spPr/>
    </dgm:pt>
    <dgm:pt modelId="{85D2C163-A0A0-452F-984E-660FFDD1A80A}" type="pres">
      <dgm:prSet presAssocID="{A25DBDE0-F2DF-489F-B3AE-0143CA8119D9}" presName="linNode" presStyleCnt="0"/>
      <dgm:spPr/>
    </dgm:pt>
    <dgm:pt modelId="{B4A5FB9C-2571-443C-9468-9ECACD8CB07E}" type="pres">
      <dgm:prSet presAssocID="{A25DBDE0-F2DF-489F-B3AE-0143CA8119D9}" presName="parentText" presStyleLbl="alignNode1" presStyleIdx="4" presStyleCnt="5">
        <dgm:presLayoutVars>
          <dgm:chMax val="1"/>
          <dgm:bulletEnabled/>
        </dgm:presLayoutVars>
      </dgm:prSet>
      <dgm:spPr/>
    </dgm:pt>
    <dgm:pt modelId="{214B984E-6BEB-4D47-94BD-71847941B0C7}" type="pres">
      <dgm:prSet presAssocID="{A25DBDE0-F2DF-489F-B3AE-0143CA8119D9}" presName="descendantText" presStyleLbl="alignAccFollowNode1" presStyleIdx="4" presStyleCnt="5">
        <dgm:presLayoutVars>
          <dgm:bulletEnabled/>
        </dgm:presLayoutVars>
      </dgm:prSet>
      <dgm:spPr/>
    </dgm:pt>
  </dgm:ptLst>
  <dgm:cxnLst>
    <dgm:cxn modelId="{3B025904-3C03-42D9-A78E-5A8E694355B1}" srcId="{CB63BC93-D734-4665-9655-3F95E31F9D4C}" destId="{50AE7D1E-2B3B-4CDB-959F-92D6CFB7A7AB}" srcOrd="2" destOrd="0" parTransId="{DAE61A50-AFFD-4B72-BCEF-94FB7146B67C}" sibTransId="{7A6848C5-CD95-4F0A-B05D-E84BDDE4CC89}"/>
    <dgm:cxn modelId="{46627C0E-67EB-4028-B427-F975F8FED83C}" srcId="{CBBF19EE-771D-44C8-A4B6-2D8E079F5F9B}" destId="{09A77385-163C-4C6D-A8AE-8B36E2387100}" srcOrd="0" destOrd="0" parTransId="{631485AA-4BF3-4121-A292-236ACBE2EBCC}" sibTransId="{A7434987-E0D6-4625-82E4-A80066786DFE}"/>
    <dgm:cxn modelId="{294D542B-65EE-41C9-9B5B-48394EE7AA56}" type="presOf" srcId="{DBE9D322-F1DD-4644-886F-1E844904D373}" destId="{3A753B83-D85D-4A36-A834-A590BB8425D0}" srcOrd="0" destOrd="0" presId="urn:microsoft.com/office/officeart/2016/7/layout/VerticalSolidActionList"/>
    <dgm:cxn modelId="{3B3E3F5B-8991-4C81-9801-EA531EDF0925}" type="presOf" srcId="{CBBF19EE-771D-44C8-A4B6-2D8E079F5F9B}" destId="{640BE351-83C6-4B98-B8BB-F75A750EAEAA}" srcOrd="0" destOrd="0" presId="urn:microsoft.com/office/officeart/2016/7/layout/VerticalSolidActionList"/>
    <dgm:cxn modelId="{7470ED5C-0A1D-451D-8EBA-400F358922BE}" type="presOf" srcId="{B12992D9-AA85-41CD-BC86-5D65EA6C87CA}" destId="{FB8BE4B8-830F-4200-86B7-40F5D878CA79}" srcOrd="0" destOrd="0" presId="urn:microsoft.com/office/officeart/2016/7/layout/VerticalSolidActionList"/>
    <dgm:cxn modelId="{F6CC3865-547B-498B-818D-88A997544750}" type="presOf" srcId="{A25DBDE0-F2DF-489F-B3AE-0143CA8119D9}" destId="{B4A5FB9C-2571-443C-9468-9ECACD8CB07E}" srcOrd="0" destOrd="0" presId="urn:microsoft.com/office/officeart/2016/7/layout/VerticalSolidActionList"/>
    <dgm:cxn modelId="{2D01DF70-108F-4FCA-951E-E852081D390F}" type="presOf" srcId="{32D56891-7AEE-4240-9834-403F37C40F1A}" destId="{73ADC6C2-6BF5-4D9B-8308-86F727EF2011}" srcOrd="0" destOrd="0" presId="urn:microsoft.com/office/officeart/2016/7/layout/VerticalSolidActionList"/>
    <dgm:cxn modelId="{6C7D4452-20F1-42EB-9008-C18A0CBE1732}" srcId="{50AE7D1E-2B3B-4CDB-959F-92D6CFB7A7AB}" destId="{EEF15FC1-6BD4-43EA-9373-721710D13EDF}" srcOrd="0" destOrd="0" parTransId="{5B304AA5-1D35-444E-B383-E4BA09C5F49D}" sibTransId="{F761ABAD-4D52-441A-9310-994B9AB999F8}"/>
    <dgm:cxn modelId="{B436C776-96BD-48AB-A6A9-08DFDB5AB077}" type="presOf" srcId="{8543A2D7-1C95-44E2-A305-66951BBEE52F}" destId="{214B984E-6BEB-4D47-94BD-71847941B0C7}" srcOrd="0" destOrd="0" presId="urn:microsoft.com/office/officeart/2016/7/layout/VerticalSolidActionList"/>
    <dgm:cxn modelId="{1265C97B-B66E-4CD1-97DC-222178643A3A}" type="presOf" srcId="{09A77385-163C-4C6D-A8AE-8B36E2387100}" destId="{8002271F-65C5-4A88-B166-12957E4C574C}" srcOrd="0" destOrd="0" presId="urn:microsoft.com/office/officeart/2016/7/layout/VerticalSolidActionList"/>
    <dgm:cxn modelId="{16997584-6F3B-4478-91CB-53336883014E}" type="presOf" srcId="{EEF15FC1-6BD4-43EA-9373-721710D13EDF}" destId="{BA922A0D-3B87-48D9-8E46-22D69D5C6619}" srcOrd="0" destOrd="0" presId="urn:microsoft.com/office/officeart/2016/7/layout/VerticalSolidActionList"/>
    <dgm:cxn modelId="{E0054B8E-0653-4780-A239-A67EE87C66EE}" srcId="{CB63BC93-D734-4665-9655-3F95E31F9D4C}" destId="{B12992D9-AA85-41CD-BC86-5D65EA6C87CA}" srcOrd="0" destOrd="0" parTransId="{5454EB6E-83D6-4CA0-A1F6-BB8C92DB1EA7}" sibTransId="{77A94C5D-989F-4A76-9F86-818DFB933742}"/>
    <dgm:cxn modelId="{96D28491-886C-468C-958F-1634C545E31B}" srcId="{CB63BC93-D734-4665-9655-3F95E31F9D4C}" destId="{A25DBDE0-F2DF-489F-B3AE-0143CA8119D9}" srcOrd="4" destOrd="0" parTransId="{30D9A9CD-F68E-4421-BC17-05A0ADDA01A2}" sibTransId="{7642F751-F1BB-4B31-88F3-EF27D9AFC272}"/>
    <dgm:cxn modelId="{46B3499D-EAE9-487E-8A9F-4EBA60565C6D}" srcId="{CB63BC93-D734-4665-9655-3F95E31F9D4C}" destId="{32D56891-7AEE-4240-9834-403F37C40F1A}" srcOrd="3" destOrd="0" parTransId="{1257AFCF-43F5-4158-B808-94A962E126F7}" sibTransId="{737DDE5A-6429-487E-B6DC-19930E3C99C7}"/>
    <dgm:cxn modelId="{9D2067A4-FD0E-41AE-87C2-6BC1AB0C9C55}" srcId="{A25DBDE0-F2DF-489F-B3AE-0143CA8119D9}" destId="{8543A2D7-1C95-44E2-A305-66951BBEE52F}" srcOrd="0" destOrd="0" parTransId="{04CD3B79-749E-4E7D-A397-AF619E667E4A}" sibTransId="{80E5F44C-49B0-4BEA-ABA1-BC027A843A73}"/>
    <dgm:cxn modelId="{158839B5-CB2B-4486-BBAA-57B39BE49FF6}" srcId="{CB63BC93-D734-4665-9655-3F95E31F9D4C}" destId="{CBBF19EE-771D-44C8-A4B6-2D8E079F5F9B}" srcOrd="1" destOrd="0" parTransId="{9B46D417-A830-4C46-8CB7-64E07E27499A}" sibTransId="{238C0B30-FA72-43F0-854E-8ED8A6A58FFB}"/>
    <dgm:cxn modelId="{28847CBD-AAE1-4517-A477-62EAC82BF9B7}" type="presOf" srcId="{5DB8A59B-DE86-4DEB-A4E2-DB8F35F67420}" destId="{D85B743C-5D90-46B6-867F-7B228A7354A5}" srcOrd="0" destOrd="0" presId="urn:microsoft.com/office/officeart/2016/7/layout/VerticalSolidActionList"/>
    <dgm:cxn modelId="{977948C1-54D0-4825-B80B-47F0B5CCA28C}" srcId="{B12992D9-AA85-41CD-BC86-5D65EA6C87CA}" destId="{5DB8A59B-DE86-4DEB-A4E2-DB8F35F67420}" srcOrd="0" destOrd="0" parTransId="{CC255D52-32AC-4FD2-A7D1-91CDD8A569E7}" sibTransId="{23E32EE9-478E-49C4-AB2F-0C74547B7F31}"/>
    <dgm:cxn modelId="{C3C72EC3-ABEA-4000-B0D9-6263481B7971}" type="presOf" srcId="{50AE7D1E-2B3B-4CDB-959F-92D6CFB7A7AB}" destId="{619D938A-04D9-4BEB-A6BF-8A5125C6C4A7}" srcOrd="0" destOrd="0" presId="urn:microsoft.com/office/officeart/2016/7/layout/VerticalSolidActionList"/>
    <dgm:cxn modelId="{183018EB-5506-45A4-80B8-7C239005788C}" type="presOf" srcId="{CB63BC93-D734-4665-9655-3F95E31F9D4C}" destId="{389F1F28-111F-48D4-9AFD-3BD95FB3F6DB}" srcOrd="0" destOrd="0" presId="urn:microsoft.com/office/officeart/2016/7/layout/VerticalSolidActionList"/>
    <dgm:cxn modelId="{565C7EEE-AB97-40E5-B92F-BF1F2DB6438A}" srcId="{32D56891-7AEE-4240-9834-403F37C40F1A}" destId="{DBE9D322-F1DD-4644-886F-1E844904D373}" srcOrd="0" destOrd="0" parTransId="{02A7A8DE-5D45-4F41-AD30-ADE42123B205}" sibTransId="{45CED27A-F721-48FE-88C0-B3A0EF7C3ADC}"/>
    <dgm:cxn modelId="{F883A6D7-9860-4139-92B4-5B81789AC6E1}" type="presParOf" srcId="{389F1F28-111F-48D4-9AFD-3BD95FB3F6DB}" destId="{E3BA3FD4-F6F4-4AA4-834E-4CB2E76D0005}" srcOrd="0" destOrd="0" presId="urn:microsoft.com/office/officeart/2016/7/layout/VerticalSolidActionList"/>
    <dgm:cxn modelId="{0A5DB02F-C785-4384-8EBE-BB4C3E9C1843}" type="presParOf" srcId="{E3BA3FD4-F6F4-4AA4-834E-4CB2E76D0005}" destId="{FB8BE4B8-830F-4200-86B7-40F5D878CA79}" srcOrd="0" destOrd="0" presId="urn:microsoft.com/office/officeart/2016/7/layout/VerticalSolidActionList"/>
    <dgm:cxn modelId="{3425DFB1-5563-4290-9F4E-7431C4E17216}" type="presParOf" srcId="{E3BA3FD4-F6F4-4AA4-834E-4CB2E76D0005}" destId="{D85B743C-5D90-46B6-867F-7B228A7354A5}" srcOrd="1" destOrd="0" presId="urn:microsoft.com/office/officeart/2016/7/layout/VerticalSolidActionList"/>
    <dgm:cxn modelId="{F1ED44C5-A557-42F5-964F-0F8CF3611157}" type="presParOf" srcId="{389F1F28-111F-48D4-9AFD-3BD95FB3F6DB}" destId="{738A7AF3-6789-4030-A51C-0477D391895F}" srcOrd="1" destOrd="0" presId="urn:microsoft.com/office/officeart/2016/7/layout/VerticalSolidActionList"/>
    <dgm:cxn modelId="{D3A302B1-A011-4E13-ABB4-CE0246ADD183}" type="presParOf" srcId="{389F1F28-111F-48D4-9AFD-3BD95FB3F6DB}" destId="{CC9344CE-2D87-44E5-9EF4-EAA7E36A51FD}" srcOrd="2" destOrd="0" presId="urn:microsoft.com/office/officeart/2016/7/layout/VerticalSolidActionList"/>
    <dgm:cxn modelId="{A7901ED8-AD23-4190-9EF3-D257F688C2DB}" type="presParOf" srcId="{CC9344CE-2D87-44E5-9EF4-EAA7E36A51FD}" destId="{640BE351-83C6-4B98-B8BB-F75A750EAEAA}" srcOrd="0" destOrd="0" presId="urn:microsoft.com/office/officeart/2016/7/layout/VerticalSolidActionList"/>
    <dgm:cxn modelId="{214177CE-D5CC-40E9-A391-506511BEF86A}" type="presParOf" srcId="{CC9344CE-2D87-44E5-9EF4-EAA7E36A51FD}" destId="{8002271F-65C5-4A88-B166-12957E4C574C}" srcOrd="1" destOrd="0" presId="urn:microsoft.com/office/officeart/2016/7/layout/VerticalSolidActionList"/>
    <dgm:cxn modelId="{7A43E807-8930-4400-9B0F-E9CEB9B3A048}" type="presParOf" srcId="{389F1F28-111F-48D4-9AFD-3BD95FB3F6DB}" destId="{BB944191-1CA6-4A94-A155-8F83BBF5710D}" srcOrd="3" destOrd="0" presId="urn:microsoft.com/office/officeart/2016/7/layout/VerticalSolidActionList"/>
    <dgm:cxn modelId="{7A5734CA-05EB-489E-8E25-6FD41DB828A3}" type="presParOf" srcId="{389F1F28-111F-48D4-9AFD-3BD95FB3F6DB}" destId="{5D935A04-2458-4FDA-855F-532729F0A46B}" srcOrd="4" destOrd="0" presId="urn:microsoft.com/office/officeart/2016/7/layout/VerticalSolidActionList"/>
    <dgm:cxn modelId="{6EF85227-91A3-4A99-9933-1EEDC01D33FA}" type="presParOf" srcId="{5D935A04-2458-4FDA-855F-532729F0A46B}" destId="{619D938A-04D9-4BEB-A6BF-8A5125C6C4A7}" srcOrd="0" destOrd="0" presId="urn:microsoft.com/office/officeart/2016/7/layout/VerticalSolidActionList"/>
    <dgm:cxn modelId="{BFC2C07E-6582-49EB-853C-068E65338D2F}" type="presParOf" srcId="{5D935A04-2458-4FDA-855F-532729F0A46B}" destId="{BA922A0D-3B87-48D9-8E46-22D69D5C6619}" srcOrd="1" destOrd="0" presId="urn:microsoft.com/office/officeart/2016/7/layout/VerticalSolidActionList"/>
    <dgm:cxn modelId="{E1C5364B-F2BA-41DC-91D9-DE375E650EF8}" type="presParOf" srcId="{389F1F28-111F-48D4-9AFD-3BD95FB3F6DB}" destId="{C984EDB8-6D8E-4DE2-ABE7-8054810464FD}" srcOrd="5" destOrd="0" presId="urn:microsoft.com/office/officeart/2016/7/layout/VerticalSolidActionList"/>
    <dgm:cxn modelId="{89562F76-6D0F-4FA1-92F4-70ACD73C9E38}" type="presParOf" srcId="{389F1F28-111F-48D4-9AFD-3BD95FB3F6DB}" destId="{0DF58A5E-4489-45BB-B2D5-B9B08A811493}" srcOrd="6" destOrd="0" presId="urn:microsoft.com/office/officeart/2016/7/layout/VerticalSolidActionList"/>
    <dgm:cxn modelId="{65A7A173-D24C-46EC-A0DE-30213FE1AEFC}" type="presParOf" srcId="{0DF58A5E-4489-45BB-B2D5-B9B08A811493}" destId="{73ADC6C2-6BF5-4D9B-8308-86F727EF2011}" srcOrd="0" destOrd="0" presId="urn:microsoft.com/office/officeart/2016/7/layout/VerticalSolidActionList"/>
    <dgm:cxn modelId="{F8A2E9AB-D85C-430E-B846-8A12309C5975}" type="presParOf" srcId="{0DF58A5E-4489-45BB-B2D5-B9B08A811493}" destId="{3A753B83-D85D-4A36-A834-A590BB8425D0}" srcOrd="1" destOrd="0" presId="urn:microsoft.com/office/officeart/2016/7/layout/VerticalSolidActionList"/>
    <dgm:cxn modelId="{FE2D241B-D8E5-471C-860D-E1B935B2AC3A}" type="presParOf" srcId="{389F1F28-111F-48D4-9AFD-3BD95FB3F6DB}" destId="{B6A3271E-8857-4ECE-95F4-DC8612965712}" srcOrd="7" destOrd="0" presId="urn:microsoft.com/office/officeart/2016/7/layout/VerticalSolidActionList"/>
    <dgm:cxn modelId="{EA53FE84-A0FF-4855-8A87-44B4FC73A50D}" type="presParOf" srcId="{389F1F28-111F-48D4-9AFD-3BD95FB3F6DB}" destId="{85D2C163-A0A0-452F-984E-660FFDD1A80A}" srcOrd="8" destOrd="0" presId="urn:microsoft.com/office/officeart/2016/7/layout/VerticalSolidActionList"/>
    <dgm:cxn modelId="{7CB6B2E5-B4F5-4B7C-822A-2761C05F5453}" type="presParOf" srcId="{85D2C163-A0A0-452F-984E-660FFDD1A80A}" destId="{B4A5FB9C-2571-443C-9468-9ECACD8CB07E}" srcOrd="0" destOrd="0" presId="urn:microsoft.com/office/officeart/2016/7/layout/VerticalSolidActionList"/>
    <dgm:cxn modelId="{99D3EFE1-142B-4791-B482-C0E6A9A423EE}" type="presParOf" srcId="{85D2C163-A0A0-452F-984E-660FFDD1A80A}" destId="{214B984E-6BEB-4D47-94BD-71847941B0C7}"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C16A51B-29D4-478A-9327-E12B87B777B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4D74071-7CA8-4E69-A60E-1CC157EDD5CC}">
      <dgm:prSet/>
      <dgm:spPr/>
      <dgm:t>
        <a:bodyPr/>
        <a:lstStyle/>
        <a:p>
          <a:pPr>
            <a:lnSpc>
              <a:spcPct val="100000"/>
            </a:lnSpc>
          </a:pPr>
          <a:r>
            <a:rPr lang="en-GB"/>
            <a:t>Who are the key players in my field? This could be anything from academics, professionals, governing bodies, schools of thought etc. (Sources!)</a:t>
          </a:r>
          <a:endParaRPr lang="en-US"/>
        </a:p>
      </dgm:t>
    </dgm:pt>
    <dgm:pt modelId="{342EAA97-C642-4CFB-BD6C-1A36DC0C1CF3}" type="parTrans" cxnId="{0F356F02-B0CB-42AC-8A22-A6DA59AF39AD}">
      <dgm:prSet/>
      <dgm:spPr/>
      <dgm:t>
        <a:bodyPr/>
        <a:lstStyle/>
        <a:p>
          <a:endParaRPr lang="en-US"/>
        </a:p>
      </dgm:t>
    </dgm:pt>
    <dgm:pt modelId="{A15CDFAA-F7A7-4D43-8FEA-DD1CF901A0D2}" type="sibTrans" cxnId="{0F356F02-B0CB-42AC-8A22-A6DA59AF39AD}">
      <dgm:prSet/>
      <dgm:spPr/>
      <dgm:t>
        <a:bodyPr/>
        <a:lstStyle/>
        <a:p>
          <a:endParaRPr lang="en-US"/>
        </a:p>
      </dgm:t>
    </dgm:pt>
    <dgm:pt modelId="{FCF0BAFC-ACEE-42E5-8B26-E72FADCCB788}">
      <dgm:prSet/>
      <dgm:spPr/>
      <dgm:t>
        <a:bodyPr/>
        <a:lstStyle/>
        <a:p>
          <a:pPr>
            <a:lnSpc>
              <a:spcPct val="100000"/>
            </a:lnSpc>
          </a:pPr>
          <a:r>
            <a:rPr lang="en-GB"/>
            <a:t>What are the main ideas/debates in my field?</a:t>
          </a:r>
          <a:endParaRPr lang="en-US"/>
        </a:p>
      </dgm:t>
    </dgm:pt>
    <dgm:pt modelId="{9B8C391A-E49B-4C9B-8B13-487D4A48499D}" type="parTrans" cxnId="{59535405-FA06-4BC8-A2B9-078B665E103A}">
      <dgm:prSet/>
      <dgm:spPr/>
      <dgm:t>
        <a:bodyPr/>
        <a:lstStyle/>
        <a:p>
          <a:endParaRPr lang="en-US"/>
        </a:p>
      </dgm:t>
    </dgm:pt>
    <dgm:pt modelId="{D0F57AC4-4730-4D6F-9694-20E539C0DD6F}" type="sibTrans" cxnId="{59535405-FA06-4BC8-A2B9-078B665E103A}">
      <dgm:prSet/>
      <dgm:spPr/>
      <dgm:t>
        <a:bodyPr/>
        <a:lstStyle/>
        <a:p>
          <a:endParaRPr lang="en-US"/>
        </a:p>
      </dgm:t>
    </dgm:pt>
    <dgm:pt modelId="{7CBB745A-C905-4A17-B6ED-27D8147E365C}">
      <dgm:prSet/>
      <dgm:spPr/>
      <dgm:t>
        <a:bodyPr/>
        <a:lstStyle/>
        <a:p>
          <a:pPr>
            <a:lnSpc>
              <a:spcPct val="100000"/>
            </a:lnSpc>
          </a:pPr>
          <a:r>
            <a:rPr lang="en-GB"/>
            <a:t>How have these ideas changed over time?</a:t>
          </a:r>
          <a:endParaRPr lang="en-US"/>
        </a:p>
      </dgm:t>
    </dgm:pt>
    <dgm:pt modelId="{973474E7-F9A0-4131-9BCE-9D67B15CA260}" type="parTrans" cxnId="{6AD32CD8-BDF7-4087-90E0-882A819FF2FD}">
      <dgm:prSet/>
      <dgm:spPr/>
      <dgm:t>
        <a:bodyPr/>
        <a:lstStyle/>
        <a:p>
          <a:endParaRPr lang="en-US"/>
        </a:p>
      </dgm:t>
    </dgm:pt>
    <dgm:pt modelId="{6BC45FA1-AF9D-4794-BFB3-749065703053}" type="sibTrans" cxnId="{6AD32CD8-BDF7-4087-90E0-882A819FF2FD}">
      <dgm:prSet/>
      <dgm:spPr/>
      <dgm:t>
        <a:bodyPr/>
        <a:lstStyle/>
        <a:p>
          <a:endParaRPr lang="en-US"/>
        </a:p>
      </dgm:t>
    </dgm:pt>
    <dgm:pt modelId="{CB4556FD-B57E-4AFA-B4BF-5350AC760B35}">
      <dgm:prSet/>
      <dgm:spPr/>
      <dgm:t>
        <a:bodyPr/>
        <a:lstStyle/>
        <a:p>
          <a:pPr>
            <a:lnSpc>
              <a:spcPct val="100000"/>
            </a:lnSpc>
          </a:pPr>
          <a:r>
            <a:rPr lang="en-GB"/>
            <a:t>What are some of the problems with these ideas/debates? Is there a problem with the methodology?</a:t>
          </a:r>
          <a:endParaRPr lang="en-US"/>
        </a:p>
      </dgm:t>
    </dgm:pt>
    <dgm:pt modelId="{AAB2617A-80BF-4356-9D6E-6EF2D6260826}" type="parTrans" cxnId="{87DF2A70-0EA8-410D-B807-3E95B956C87D}">
      <dgm:prSet/>
      <dgm:spPr/>
      <dgm:t>
        <a:bodyPr/>
        <a:lstStyle/>
        <a:p>
          <a:endParaRPr lang="en-US"/>
        </a:p>
      </dgm:t>
    </dgm:pt>
    <dgm:pt modelId="{56E8BE27-DC1B-4BE7-AB84-0523FA0EF478}" type="sibTrans" cxnId="{87DF2A70-0EA8-410D-B807-3E95B956C87D}">
      <dgm:prSet/>
      <dgm:spPr/>
      <dgm:t>
        <a:bodyPr/>
        <a:lstStyle/>
        <a:p>
          <a:endParaRPr lang="en-US"/>
        </a:p>
      </dgm:t>
    </dgm:pt>
    <dgm:pt modelId="{62652A94-A258-4C22-9C68-2F5DD7324F94}">
      <dgm:prSet/>
      <dgm:spPr/>
      <dgm:t>
        <a:bodyPr/>
        <a:lstStyle/>
        <a:p>
          <a:pPr>
            <a:lnSpc>
              <a:spcPct val="100000"/>
            </a:lnSpc>
          </a:pPr>
          <a:r>
            <a:rPr lang="en-GB"/>
            <a:t>What are you going to do differently?</a:t>
          </a:r>
          <a:endParaRPr lang="en-US"/>
        </a:p>
      </dgm:t>
    </dgm:pt>
    <dgm:pt modelId="{1EFCFF19-ADA6-400E-BB18-7C096B07D166}" type="parTrans" cxnId="{2D0CEFB7-31B6-4905-A69A-293A5FEC4C0B}">
      <dgm:prSet/>
      <dgm:spPr/>
      <dgm:t>
        <a:bodyPr/>
        <a:lstStyle/>
        <a:p>
          <a:endParaRPr lang="en-US"/>
        </a:p>
      </dgm:t>
    </dgm:pt>
    <dgm:pt modelId="{5314AA8D-E472-4506-8F4A-A149641B5D15}" type="sibTrans" cxnId="{2D0CEFB7-31B6-4905-A69A-293A5FEC4C0B}">
      <dgm:prSet/>
      <dgm:spPr/>
      <dgm:t>
        <a:bodyPr/>
        <a:lstStyle/>
        <a:p>
          <a:endParaRPr lang="en-US"/>
        </a:p>
      </dgm:t>
    </dgm:pt>
    <dgm:pt modelId="{4B5FECDB-DC6C-44CE-ABDE-437E735FBB1F}" type="pres">
      <dgm:prSet presAssocID="{BC16A51B-29D4-478A-9327-E12B87B777BB}" presName="root" presStyleCnt="0">
        <dgm:presLayoutVars>
          <dgm:dir/>
          <dgm:resizeHandles val="exact"/>
        </dgm:presLayoutVars>
      </dgm:prSet>
      <dgm:spPr/>
    </dgm:pt>
    <dgm:pt modelId="{FB315060-9776-4859-BF11-AB0AD7C80848}" type="pres">
      <dgm:prSet presAssocID="{04D74071-7CA8-4E69-A60E-1CC157EDD5CC}" presName="compNode" presStyleCnt="0"/>
      <dgm:spPr/>
    </dgm:pt>
    <dgm:pt modelId="{54D2D3E8-92CD-4F98-AA67-F9BC0BE1A4D9}" type="pres">
      <dgm:prSet presAssocID="{04D74071-7CA8-4E69-A60E-1CC157EDD5CC}" presName="bgRect" presStyleLbl="bgShp" presStyleIdx="0" presStyleCnt="5"/>
      <dgm:spPr/>
    </dgm:pt>
    <dgm:pt modelId="{6A1A922D-F5A7-4533-BD93-6FDA120DBE59}" type="pres">
      <dgm:prSet presAssocID="{04D74071-7CA8-4E69-A60E-1CC157EDD5C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assroom"/>
        </a:ext>
      </dgm:extLst>
    </dgm:pt>
    <dgm:pt modelId="{8E628E35-65DA-41E6-98B3-063467D78B60}" type="pres">
      <dgm:prSet presAssocID="{04D74071-7CA8-4E69-A60E-1CC157EDD5CC}" presName="spaceRect" presStyleCnt="0"/>
      <dgm:spPr/>
    </dgm:pt>
    <dgm:pt modelId="{4B928E6E-35D8-4DED-AD52-2C47CC6B542B}" type="pres">
      <dgm:prSet presAssocID="{04D74071-7CA8-4E69-A60E-1CC157EDD5CC}" presName="parTx" presStyleLbl="revTx" presStyleIdx="0" presStyleCnt="5">
        <dgm:presLayoutVars>
          <dgm:chMax val="0"/>
          <dgm:chPref val="0"/>
        </dgm:presLayoutVars>
      </dgm:prSet>
      <dgm:spPr/>
    </dgm:pt>
    <dgm:pt modelId="{45156D5D-7C1F-4D45-8183-FB2FC21F693E}" type="pres">
      <dgm:prSet presAssocID="{A15CDFAA-F7A7-4D43-8FEA-DD1CF901A0D2}" presName="sibTrans" presStyleCnt="0"/>
      <dgm:spPr/>
    </dgm:pt>
    <dgm:pt modelId="{D21CE806-AA11-4A49-B565-29B792FD9BAE}" type="pres">
      <dgm:prSet presAssocID="{FCF0BAFC-ACEE-42E5-8B26-E72FADCCB788}" presName="compNode" presStyleCnt="0"/>
      <dgm:spPr/>
    </dgm:pt>
    <dgm:pt modelId="{B1622C90-BB57-4A08-A2C7-E044642FB3D5}" type="pres">
      <dgm:prSet presAssocID="{FCF0BAFC-ACEE-42E5-8B26-E72FADCCB788}" presName="bgRect" presStyleLbl="bgShp" presStyleIdx="1" presStyleCnt="5"/>
      <dgm:spPr/>
    </dgm:pt>
    <dgm:pt modelId="{A42F7AFE-21F1-4D57-B8A0-44270FB188AC}" type="pres">
      <dgm:prSet presAssocID="{FCF0BAFC-ACEE-42E5-8B26-E72FADCCB78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otes"/>
        </a:ext>
      </dgm:extLst>
    </dgm:pt>
    <dgm:pt modelId="{42663691-9A81-4C8A-A2C0-F5FA4C636717}" type="pres">
      <dgm:prSet presAssocID="{FCF0BAFC-ACEE-42E5-8B26-E72FADCCB788}" presName="spaceRect" presStyleCnt="0"/>
      <dgm:spPr/>
    </dgm:pt>
    <dgm:pt modelId="{3E0F1B41-2741-49F9-9C5F-67A6C1EAF54C}" type="pres">
      <dgm:prSet presAssocID="{FCF0BAFC-ACEE-42E5-8B26-E72FADCCB788}" presName="parTx" presStyleLbl="revTx" presStyleIdx="1" presStyleCnt="5">
        <dgm:presLayoutVars>
          <dgm:chMax val="0"/>
          <dgm:chPref val="0"/>
        </dgm:presLayoutVars>
      </dgm:prSet>
      <dgm:spPr/>
    </dgm:pt>
    <dgm:pt modelId="{41AF9ECA-E591-4144-9BDC-2B830C7A6A14}" type="pres">
      <dgm:prSet presAssocID="{D0F57AC4-4730-4D6F-9694-20E539C0DD6F}" presName="sibTrans" presStyleCnt="0"/>
      <dgm:spPr/>
    </dgm:pt>
    <dgm:pt modelId="{E8907CE6-B1FA-47A7-89F5-EFD04549B904}" type="pres">
      <dgm:prSet presAssocID="{7CBB745A-C905-4A17-B6ED-27D8147E365C}" presName="compNode" presStyleCnt="0"/>
      <dgm:spPr/>
    </dgm:pt>
    <dgm:pt modelId="{FD27D273-A365-44E5-8378-95024905768B}" type="pres">
      <dgm:prSet presAssocID="{7CBB745A-C905-4A17-B6ED-27D8147E365C}" presName="bgRect" presStyleLbl="bgShp" presStyleIdx="2" presStyleCnt="5"/>
      <dgm:spPr/>
    </dgm:pt>
    <dgm:pt modelId="{B947F561-A226-4DFD-AA84-8B6D000CC4A4}" type="pres">
      <dgm:prSet presAssocID="{7CBB745A-C905-4A17-B6ED-27D8147E365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146BA23A-5BE1-481A-B7A3-93DFC077638F}" type="pres">
      <dgm:prSet presAssocID="{7CBB745A-C905-4A17-B6ED-27D8147E365C}" presName="spaceRect" presStyleCnt="0"/>
      <dgm:spPr/>
    </dgm:pt>
    <dgm:pt modelId="{C1F17515-E2BF-431B-99A5-94665DC96E8C}" type="pres">
      <dgm:prSet presAssocID="{7CBB745A-C905-4A17-B6ED-27D8147E365C}" presName="parTx" presStyleLbl="revTx" presStyleIdx="2" presStyleCnt="5">
        <dgm:presLayoutVars>
          <dgm:chMax val="0"/>
          <dgm:chPref val="0"/>
        </dgm:presLayoutVars>
      </dgm:prSet>
      <dgm:spPr/>
    </dgm:pt>
    <dgm:pt modelId="{1F215C75-76A4-466A-840E-84CDD7C20A38}" type="pres">
      <dgm:prSet presAssocID="{6BC45FA1-AF9D-4794-BFB3-749065703053}" presName="sibTrans" presStyleCnt="0"/>
      <dgm:spPr/>
    </dgm:pt>
    <dgm:pt modelId="{50014AB9-D46D-449A-A7D0-5D438B36A82E}" type="pres">
      <dgm:prSet presAssocID="{CB4556FD-B57E-4AFA-B4BF-5350AC760B35}" presName="compNode" presStyleCnt="0"/>
      <dgm:spPr/>
    </dgm:pt>
    <dgm:pt modelId="{BFC23354-7CB6-4E5F-B9E6-B62975C7F836}" type="pres">
      <dgm:prSet presAssocID="{CB4556FD-B57E-4AFA-B4BF-5350AC760B35}" presName="bgRect" presStyleLbl="bgShp" presStyleIdx="3" presStyleCnt="5"/>
      <dgm:spPr/>
    </dgm:pt>
    <dgm:pt modelId="{566DCA72-803A-44A7-B1E5-DBDC18A92587}" type="pres">
      <dgm:prSet presAssocID="{CB4556FD-B57E-4AFA-B4BF-5350AC760B3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ght Bulb and Gear"/>
        </a:ext>
      </dgm:extLst>
    </dgm:pt>
    <dgm:pt modelId="{191E351E-C4FE-4C28-9791-CD0A5E8E9BAD}" type="pres">
      <dgm:prSet presAssocID="{CB4556FD-B57E-4AFA-B4BF-5350AC760B35}" presName="spaceRect" presStyleCnt="0"/>
      <dgm:spPr/>
    </dgm:pt>
    <dgm:pt modelId="{C8C39FE5-5741-4B1A-B76F-3E5AF3053498}" type="pres">
      <dgm:prSet presAssocID="{CB4556FD-B57E-4AFA-B4BF-5350AC760B35}" presName="parTx" presStyleLbl="revTx" presStyleIdx="3" presStyleCnt="5">
        <dgm:presLayoutVars>
          <dgm:chMax val="0"/>
          <dgm:chPref val="0"/>
        </dgm:presLayoutVars>
      </dgm:prSet>
      <dgm:spPr/>
    </dgm:pt>
    <dgm:pt modelId="{00109499-F1CA-4D96-A19F-4C1A26519E59}" type="pres">
      <dgm:prSet presAssocID="{56E8BE27-DC1B-4BE7-AB84-0523FA0EF478}" presName="sibTrans" presStyleCnt="0"/>
      <dgm:spPr/>
    </dgm:pt>
    <dgm:pt modelId="{723E99B7-91F0-41D1-86D3-8323A75B52B3}" type="pres">
      <dgm:prSet presAssocID="{62652A94-A258-4C22-9C68-2F5DD7324F94}" presName="compNode" presStyleCnt="0"/>
      <dgm:spPr/>
    </dgm:pt>
    <dgm:pt modelId="{2B431BEE-20AF-4885-BFD7-47E9F781B25C}" type="pres">
      <dgm:prSet presAssocID="{62652A94-A258-4C22-9C68-2F5DD7324F94}" presName="bgRect" presStyleLbl="bgShp" presStyleIdx="4" presStyleCnt="5"/>
      <dgm:spPr/>
    </dgm:pt>
    <dgm:pt modelId="{AF2F7FA0-99F7-43D1-8DEB-C66FF591E417}" type="pres">
      <dgm:prSet presAssocID="{62652A94-A258-4C22-9C68-2F5DD7324F9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ranching Diagram"/>
        </a:ext>
      </dgm:extLst>
    </dgm:pt>
    <dgm:pt modelId="{57FF5E0D-4605-4369-9344-1569E9DFE19B}" type="pres">
      <dgm:prSet presAssocID="{62652A94-A258-4C22-9C68-2F5DD7324F94}" presName="spaceRect" presStyleCnt="0"/>
      <dgm:spPr/>
    </dgm:pt>
    <dgm:pt modelId="{933EBAA7-12F2-4D3B-933D-851A25509870}" type="pres">
      <dgm:prSet presAssocID="{62652A94-A258-4C22-9C68-2F5DD7324F94}" presName="parTx" presStyleLbl="revTx" presStyleIdx="4" presStyleCnt="5">
        <dgm:presLayoutVars>
          <dgm:chMax val="0"/>
          <dgm:chPref val="0"/>
        </dgm:presLayoutVars>
      </dgm:prSet>
      <dgm:spPr/>
    </dgm:pt>
  </dgm:ptLst>
  <dgm:cxnLst>
    <dgm:cxn modelId="{0F356F02-B0CB-42AC-8A22-A6DA59AF39AD}" srcId="{BC16A51B-29D4-478A-9327-E12B87B777BB}" destId="{04D74071-7CA8-4E69-A60E-1CC157EDD5CC}" srcOrd="0" destOrd="0" parTransId="{342EAA97-C642-4CFB-BD6C-1A36DC0C1CF3}" sibTransId="{A15CDFAA-F7A7-4D43-8FEA-DD1CF901A0D2}"/>
    <dgm:cxn modelId="{59535405-FA06-4BC8-A2B9-078B665E103A}" srcId="{BC16A51B-29D4-478A-9327-E12B87B777BB}" destId="{FCF0BAFC-ACEE-42E5-8B26-E72FADCCB788}" srcOrd="1" destOrd="0" parTransId="{9B8C391A-E49B-4C9B-8B13-487D4A48499D}" sibTransId="{D0F57AC4-4730-4D6F-9694-20E539C0DD6F}"/>
    <dgm:cxn modelId="{589DB231-7814-4520-A378-329879B71831}" type="presOf" srcId="{04D74071-7CA8-4E69-A60E-1CC157EDD5CC}" destId="{4B928E6E-35D8-4DED-AD52-2C47CC6B542B}" srcOrd="0" destOrd="0" presId="urn:microsoft.com/office/officeart/2018/2/layout/IconVerticalSolidList"/>
    <dgm:cxn modelId="{8B6B2B33-DDD0-4D4F-BD6D-41BC924BB0AD}" type="presOf" srcId="{CB4556FD-B57E-4AFA-B4BF-5350AC760B35}" destId="{C8C39FE5-5741-4B1A-B76F-3E5AF3053498}" srcOrd="0" destOrd="0" presId="urn:microsoft.com/office/officeart/2018/2/layout/IconVerticalSolidList"/>
    <dgm:cxn modelId="{87DF2A70-0EA8-410D-B807-3E95B956C87D}" srcId="{BC16A51B-29D4-478A-9327-E12B87B777BB}" destId="{CB4556FD-B57E-4AFA-B4BF-5350AC760B35}" srcOrd="3" destOrd="0" parTransId="{AAB2617A-80BF-4356-9D6E-6EF2D6260826}" sibTransId="{56E8BE27-DC1B-4BE7-AB84-0523FA0EF478}"/>
    <dgm:cxn modelId="{0A9E1159-8455-4A6D-88BB-AF1913D8EB46}" type="presOf" srcId="{62652A94-A258-4C22-9C68-2F5DD7324F94}" destId="{933EBAA7-12F2-4D3B-933D-851A25509870}" srcOrd="0" destOrd="0" presId="urn:microsoft.com/office/officeart/2018/2/layout/IconVerticalSolidList"/>
    <dgm:cxn modelId="{25D5B2B4-52C9-4FA4-8FBE-00AD30572D9B}" type="presOf" srcId="{FCF0BAFC-ACEE-42E5-8B26-E72FADCCB788}" destId="{3E0F1B41-2741-49F9-9C5F-67A6C1EAF54C}" srcOrd="0" destOrd="0" presId="urn:microsoft.com/office/officeart/2018/2/layout/IconVerticalSolidList"/>
    <dgm:cxn modelId="{2D0CEFB7-31B6-4905-A69A-293A5FEC4C0B}" srcId="{BC16A51B-29D4-478A-9327-E12B87B777BB}" destId="{62652A94-A258-4C22-9C68-2F5DD7324F94}" srcOrd="4" destOrd="0" parTransId="{1EFCFF19-ADA6-400E-BB18-7C096B07D166}" sibTransId="{5314AA8D-E472-4506-8F4A-A149641B5D15}"/>
    <dgm:cxn modelId="{AD9B8FBB-4AFA-459E-9BD2-7B25846F9E1A}" type="presOf" srcId="{BC16A51B-29D4-478A-9327-E12B87B777BB}" destId="{4B5FECDB-DC6C-44CE-ABDE-437E735FBB1F}" srcOrd="0" destOrd="0" presId="urn:microsoft.com/office/officeart/2018/2/layout/IconVerticalSolidList"/>
    <dgm:cxn modelId="{0D027EBF-0BFF-4737-B8FC-FC197C624CA5}" type="presOf" srcId="{7CBB745A-C905-4A17-B6ED-27D8147E365C}" destId="{C1F17515-E2BF-431B-99A5-94665DC96E8C}" srcOrd="0" destOrd="0" presId="urn:microsoft.com/office/officeart/2018/2/layout/IconVerticalSolidList"/>
    <dgm:cxn modelId="{6AD32CD8-BDF7-4087-90E0-882A819FF2FD}" srcId="{BC16A51B-29D4-478A-9327-E12B87B777BB}" destId="{7CBB745A-C905-4A17-B6ED-27D8147E365C}" srcOrd="2" destOrd="0" parTransId="{973474E7-F9A0-4131-9BCE-9D67B15CA260}" sibTransId="{6BC45FA1-AF9D-4794-BFB3-749065703053}"/>
    <dgm:cxn modelId="{8EEF49E4-0559-4281-BB4B-0322CB7BF104}" type="presParOf" srcId="{4B5FECDB-DC6C-44CE-ABDE-437E735FBB1F}" destId="{FB315060-9776-4859-BF11-AB0AD7C80848}" srcOrd="0" destOrd="0" presId="urn:microsoft.com/office/officeart/2018/2/layout/IconVerticalSolidList"/>
    <dgm:cxn modelId="{52BFE7E3-2E25-4826-8087-6086F058C7D4}" type="presParOf" srcId="{FB315060-9776-4859-BF11-AB0AD7C80848}" destId="{54D2D3E8-92CD-4F98-AA67-F9BC0BE1A4D9}" srcOrd="0" destOrd="0" presId="urn:microsoft.com/office/officeart/2018/2/layout/IconVerticalSolidList"/>
    <dgm:cxn modelId="{3FBB63D7-A39C-4BFA-ADE1-9D3959A65925}" type="presParOf" srcId="{FB315060-9776-4859-BF11-AB0AD7C80848}" destId="{6A1A922D-F5A7-4533-BD93-6FDA120DBE59}" srcOrd="1" destOrd="0" presId="urn:microsoft.com/office/officeart/2018/2/layout/IconVerticalSolidList"/>
    <dgm:cxn modelId="{448D236C-140A-4E86-9B40-38FDB11BA43E}" type="presParOf" srcId="{FB315060-9776-4859-BF11-AB0AD7C80848}" destId="{8E628E35-65DA-41E6-98B3-063467D78B60}" srcOrd="2" destOrd="0" presId="urn:microsoft.com/office/officeart/2018/2/layout/IconVerticalSolidList"/>
    <dgm:cxn modelId="{C51AE787-1F14-4CE6-BAB7-8B414E5C66C6}" type="presParOf" srcId="{FB315060-9776-4859-BF11-AB0AD7C80848}" destId="{4B928E6E-35D8-4DED-AD52-2C47CC6B542B}" srcOrd="3" destOrd="0" presId="urn:microsoft.com/office/officeart/2018/2/layout/IconVerticalSolidList"/>
    <dgm:cxn modelId="{CFAB06DF-6855-4A4B-BC40-31900EA8DA66}" type="presParOf" srcId="{4B5FECDB-DC6C-44CE-ABDE-437E735FBB1F}" destId="{45156D5D-7C1F-4D45-8183-FB2FC21F693E}" srcOrd="1" destOrd="0" presId="urn:microsoft.com/office/officeart/2018/2/layout/IconVerticalSolidList"/>
    <dgm:cxn modelId="{257AF672-25E8-45C6-BB31-1F492ADBE502}" type="presParOf" srcId="{4B5FECDB-DC6C-44CE-ABDE-437E735FBB1F}" destId="{D21CE806-AA11-4A49-B565-29B792FD9BAE}" srcOrd="2" destOrd="0" presId="urn:microsoft.com/office/officeart/2018/2/layout/IconVerticalSolidList"/>
    <dgm:cxn modelId="{C2A30BD9-C42E-487A-A519-75656BD80DC7}" type="presParOf" srcId="{D21CE806-AA11-4A49-B565-29B792FD9BAE}" destId="{B1622C90-BB57-4A08-A2C7-E044642FB3D5}" srcOrd="0" destOrd="0" presId="urn:microsoft.com/office/officeart/2018/2/layout/IconVerticalSolidList"/>
    <dgm:cxn modelId="{BF98A996-9410-4133-B438-3F58D6534D55}" type="presParOf" srcId="{D21CE806-AA11-4A49-B565-29B792FD9BAE}" destId="{A42F7AFE-21F1-4D57-B8A0-44270FB188AC}" srcOrd="1" destOrd="0" presId="urn:microsoft.com/office/officeart/2018/2/layout/IconVerticalSolidList"/>
    <dgm:cxn modelId="{7ACE4C7B-8337-4DFF-9516-414739D0A956}" type="presParOf" srcId="{D21CE806-AA11-4A49-B565-29B792FD9BAE}" destId="{42663691-9A81-4C8A-A2C0-F5FA4C636717}" srcOrd="2" destOrd="0" presId="urn:microsoft.com/office/officeart/2018/2/layout/IconVerticalSolidList"/>
    <dgm:cxn modelId="{14A7BB80-0621-462C-AF06-0FFAB7C531BD}" type="presParOf" srcId="{D21CE806-AA11-4A49-B565-29B792FD9BAE}" destId="{3E0F1B41-2741-49F9-9C5F-67A6C1EAF54C}" srcOrd="3" destOrd="0" presId="urn:microsoft.com/office/officeart/2018/2/layout/IconVerticalSolidList"/>
    <dgm:cxn modelId="{0419FE4D-ED04-4E10-AB09-F654A778CC9B}" type="presParOf" srcId="{4B5FECDB-DC6C-44CE-ABDE-437E735FBB1F}" destId="{41AF9ECA-E591-4144-9BDC-2B830C7A6A14}" srcOrd="3" destOrd="0" presId="urn:microsoft.com/office/officeart/2018/2/layout/IconVerticalSolidList"/>
    <dgm:cxn modelId="{6042E9EC-629A-4212-A04B-C4D9FDBBC14E}" type="presParOf" srcId="{4B5FECDB-DC6C-44CE-ABDE-437E735FBB1F}" destId="{E8907CE6-B1FA-47A7-89F5-EFD04549B904}" srcOrd="4" destOrd="0" presId="urn:microsoft.com/office/officeart/2018/2/layout/IconVerticalSolidList"/>
    <dgm:cxn modelId="{E61C1678-9C9B-4F44-A8B1-303D5E73FB99}" type="presParOf" srcId="{E8907CE6-B1FA-47A7-89F5-EFD04549B904}" destId="{FD27D273-A365-44E5-8378-95024905768B}" srcOrd="0" destOrd="0" presId="urn:microsoft.com/office/officeart/2018/2/layout/IconVerticalSolidList"/>
    <dgm:cxn modelId="{B3C44F2D-FD49-4B83-8E3C-923DFDC72438}" type="presParOf" srcId="{E8907CE6-B1FA-47A7-89F5-EFD04549B904}" destId="{B947F561-A226-4DFD-AA84-8B6D000CC4A4}" srcOrd="1" destOrd="0" presId="urn:microsoft.com/office/officeart/2018/2/layout/IconVerticalSolidList"/>
    <dgm:cxn modelId="{856DFE66-2E13-47C5-BF6D-BF14C1F50366}" type="presParOf" srcId="{E8907CE6-B1FA-47A7-89F5-EFD04549B904}" destId="{146BA23A-5BE1-481A-B7A3-93DFC077638F}" srcOrd="2" destOrd="0" presId="urn:microsoft.com/office/officeart/2018/2/layout/IconVerticalSolidList"/>
    <dgm:cxn modelId="{DF527AD7-50C2-4C9D-B273-F7E81BD9EF2F}" type="presParOf" srcId="{E8907CE6-B1FA-47A7-89F5-EFD04549B904}" destId="{C1F17515-E2BF-431B-99A5-94665DC96E8C}" srcOrd="3" destOrd="0" presId="urn:microsoft.com/office/officeart/2018/2/layout/IconVerticalSolidList"/>
    <dgm:cxn modelId="{ADE9056E-59CC-46A9-B2C6-99C3DE40A32F}" type="presParOf" srcId="{4B5FECDB-DC6C-44CE-ABDE-437E735FBB1F}" destId="{1F215C75-76A4-466A-840E-84CDD7C20A38}" srcOrd="5" destOrd="0" presId="urn:microsoft.com/office/officeart/2018/2/layout/IconVerticalSolidList"/>
    <dgm:cxn modelId="{6FA444D8-1444-41BC-A3AA-42D92E4FB056}" type="presParOf" srcId="{4B5FECDB-DC6C-44CE-ABDE-437E735FBB1F}" destId="{50014AB9-D46D-449A-A7D0-5D438B36A82E}" srcOrd="6" destOrd="0" presId="urn:microsoft.com/office/officeart/2018/2/layout/IconVerticalSolidList"/>
    <dgm:cxn modelId="{26DAFC68-76D9-4C77-8E77-646AE1D14EF1}" type="presParOf" srcId="{50014AB9-D46D-449A-A7D0-5D438B36A82E}" destId="{BFC23354-7CB6-4E5F-B9E6-B62975C7F836}" srcOrd="0" destOrd="0" presId="urn:microsoft.com/office/officeart/2018/2/layout/IconVerticalSolidList"/>
    <dgm:cxn modelId="{BA37D5DC-1BFF-4236-AC3E-C0880BC0C0E3}" type="presParOf" srcId="{50014AB9-D46D-449A-A7D0-5D438B36A82E}" destId="{566DCA72-803A-44A7-B1E5-DBDC18A92587}" srcOrd="1" destOrd="0" presId="urn:microsoft.com/office/officeart/2018/2/layout/IconVerticalSolidList"/>
    <dgm:cxn modelId="{2DFB1557-4BE4-446A-BAC6-3B23902FE36A}" type="presParOf" srcId="{50014AB9-D46D-449A-A7D0-5D438B36A82E}" destId="{191E351E-C4FE-4C28-9791-CD0A5E8E9BAD}" srcOrd="2" destOrd="0" presId="urn:microsoft.com/office/officeart/2018/2/layout/IconVerticalSolidList"/>
    <dgm:cxn modelId="{5E1D1272-F01D-4670-93E1-89861EAEE6D1}" type="presParOf" srcId="{50014AB9-D46D-449A-A7D0-5D438B36A82E}" destId="{C8C39FE5-5741-4B1A-B76F-3E5AF3053498}" srcOrd="3" destOrd="0" presId="urn:microsoft.com/office/officeart/2018/2/layout/IconVerticalSolidList"/>
    <dgm:cxn modelId="{318D906B-502A-4A1D-9CE1-4BAE07998612}" type="presParOf" srcId="{4B5FECDB-DC6C-44CE-ABDE-437E735FBB1F}" destId="{00109499-F1CA-4D96-A19F-4C1A26519E59}" srcOrd="7" destOrd="0" presId="urn:microsoft.com/office/officeart/2018/2/layout/IconVerticalSolidList"/>
    <dgm:cxn modelId="{F1F1B3DC-E458-4AE8-B5DC-530C554FB6A2}" type="presParOf" srcId="{4B5FECDB-DC6C-44CE-ABDE-437E735FBB1F}" destId="{723E99B7-91F0-41D1-86D3-8323A75B52B3}" srcOrd="8" destOrd="0" presId="urn:microsoft.com/office/officeart/2018/2/layout/IconVerticalSolidList"/>
    <dgm:cxn modelId="{10D334DC-2789-4BA8-91CD-3394DB971BD1}" type="presParOf" srcId="{723E99B7-91F0-41D1-86D3-8323A75B52B3}" destId="{2B431BEE-20AF-4885-BFD7-47E9F781B25C}" srcOrd="0" destOrd="0" presId="urn:microsoft.com/office/officeart/2018/2/layout/IconVerticalSolidList"/>
    <dgm:cxn modelId="{7AA94C28-1D20-4921-B977-FC384849D850}" type="presParOf" srcId="{723E99B7-91F0-41D1-86D3-8323A75B52B3}" destId="{AF2F7FA0-99F7-43D1-8DEB-C66FF591E417}" srcOrd="1" destOrd="0" presId="urn:microsoft.com/office/officeart/2018/2/layout/IconVerticalSolidList"/>
    <dgm:cxn modelId="{E05A9E86-6B26-41DA-8E39-953DFE4DD61F}" type="presParOf" srcId="{723E99B7-91F0-41D1-86D3-8323A75B52B3}" destId="{57FF5E0D-4605-4369-9344-1569E9DFE19B}" srcOrd="2" destOrd="0" presId="urn:microsoft.com/office/officeart/2018/2/layout/IconVerticalSolidList"/>
    <dgm:cxn modelId="{5CA0F284-950C-42B7-A55F-D916304388AE}" type="presParOf" srcId="{723E99B7-91F0-41D1-86D3-8323A75B52B3}" destId="{933EBAA7-12F2-4D3B-933D-851A2550987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851042C-2A9B-4D48-83D3-69C90C81E23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FFE76E9-641B-4161-853B-69C1DB1EADDA}">
      <dgm:prSet/>
      <dgm:spPr/>
      <dgm:t>
        <a:bodyPr/>
        <a:lstStyle/>
        <a:p>
          <a:r>
            <a:rPr lang="en-US" b="1"/>
            <a:t>Quotations</a:t>
          </a:r>
          <a:r>
            <a:rPr lang="en-US"/>
            <a:t> must be identical to the original, using a narrow segment of the source. They must match the source document word for word and must be attributed to the original author.</a:t>
          </a:r>
        </a:p>
      </dgm:t>
    </dgm:pt>
    <dgm:pt modelId="{8D7E12AC-4F37-4B96-AC4B-73306CD4E3AF}" type="parTrans" cxnId="{A19394B7-7C6A-499F-8619-F0A59F20367B}">
      <dgm:prSet/>
      <dgm:spPr/>
      <dgm:t>
        <a:bodyPr/>
        <a:lstStyle/>
        <a:p>
          <a:endParaRPr lang="en-US"/>
        </a:p>
      </dgm:t>
    </dgm:pt>
    <dgm:pt modelId="{31BC6775-F1C2-4774-A1EA-5E11C1955590}" type="sibTrans" cxnId="{A19394B7-7C6A-499F-8619-F0A59F20367B}">
      <dgm:prSet/>
      <dgm:spPr/>
      <dgm:t>
        <a:bodyPr/>
        <a:lstStyle/>
        <a:p>
          <a:endParaRPr lang="en-US"/>
        </a:p>
      </dgm:t>
    </dgm:pt>
    <dgm:pt modelId="{ADC09E63-5DEC-4584-B987-64944D5D6B4F}">
      <dgm:prSet/>
      <dgm:spPr/>
      <dgm:t>
        <a:bodyPr/>
        <a:lstStyle/>
        <a:p>
          <a:r>
            <a:rPr lang="en-US" b="1"/>
            <a:t>Paraphrasing</a:t>
          </a:r>
          <a:r>
            <a:rPr lang="en-US"/>
            <a:t> involves putting a passage from source material into your own words. A paraphrase must also be attributed to the original source. Paraphrased material is usually shorter than the original passage, taking a somewhat broader segment of the source and condensing it slightly.</a:t>
          </a:r>
        </a:p>
      </dgm:t>
    </dgm:pt>
    <dgm:pt modelId="{EC7FBD5D-071F-4352-A188-66F57F4BCDFE}" type="parTrans" cxnId="{CB20980F-4F24-40EC-B2E4-8C582D58179B}">
      <dgm:prSet/>
      <dgm:spPr/>
      <dgm:t>
        <a:bodyPr/>
        <a:lstStyle/>
        <a:p>
          <a:endParaRPr lang="en-US"/>
        </a:p>
      </dgm:t>
    </dgm:pt>
    <dgm:pt modelId="{59A41B60-E308-4A51-A56E-C71A4D7146E1}" type="sibTrans" cxnId="{CB20980F-4F24-40EC-B2E4-8C582D58179B}">
      <dgm:prSet/>
      <dgm:spPr/>
      <dgm:t>
        <a:bodyPr/>
        <a:lstStyle/>
        <a:p>
          <a:endParaRPr lang="en-US"/>
        </a:p>
      </dgm:t>
    </dgm:pt>
    <dgm:pt modelId="{C9F33304-51AF-4E4D-A122-1B14A315BD3B}">
      <dgm:prSet/>
      <dgm:spPr/>
      <dgm:t>
        <a:bodyPr/>
        <a:lstStyle/>
        <a:p>
          <a:r>
            <a:rPr lang="en-US" b="1"/>
            <a:t>Summarizing</a:t>
          </a:r>
          <a:r>
            <a:rPr lang="en-US"/>
            <a:t> involves putting the main idea(s) into your own words, including only the main point(s). Once again, it is necessary to attribute summarized ideas to the original source. Summaries are significantly shorter than the original and take a broad overview of the source material.</a:t>
          </a:r>
        </a:p>
      </dgm:t>
    </dgm:pt>
    <dgm:pt modelId="{11FF1856-B9AA-4A46-B5BE-A56B1B84FCF8}" type="parTrans" cxnId="{921D32A6-A1BF-46A4-BA01-1326F3AE3979}">
      <dgm:prSet/>
      <dgm:spPr/>
      <dgm:t>
        <a:bodyPr/>
        <a:lstStyle/>
        <a:p>
          <a:endParaRPr lang="en-US"/>
        </a:p>
      </dgm:t>
    </dgm:pt>
    <dgm:pt modelId="{203CB208-DE08-4327-A52E-078C603480B2}" type="sibTrans" cxnId="{921D32A6-A1BF-46A4-BA01-1326F3AE3979}">
      <dgm:prSet/>
      <dgm:spPr/>
      <dgm:t>
        <a:bodyPr/>
        <a:lstStyle/>
        <a:p>
          <a:endParaRPr lang="en-US"/>
        </a:p>
      </dgm:t>
    </dgm:pt>
    <dgm:pt modelId="{2C7A5878-AFEE-423E-8ED9-C4C732593B97}" type="pres">
      <dgm:prSet presAssocID="{9851042C-2A9B-4D48-83D3-69C90C81E23E}" presName="vert0" presStyleCnt="0">
        <dgm:presLayoutVars>
          <dgm:dir/>
          <dgm:animOne val="branch"/>
          <dgm:animLvl val="lvl"/>
        </dgm:presLayoutVars>
      </dgm:prSet>
      <dgm:spPr/>
    </dgm:pt>
    <dgm:pt modelId="{9E60320D-FA5A-46C0-9D84-B961FEDB1DC7}" type="pres">
      <dgm:prSet presAssocID="{4FFE76E9-641B-4161-853B-69C1DB1EADDA}" presName="thickLine" presStyleLbl="alignNode1" presStyleIdx="0" presStyleCnt="3"/>
      <dgm:spPr/>
    </dgm:pt>
    <dgm:pt modelId="{3748D97E-CF04-4254-BDEE-38AE8861D87F}" type="pres">
      <dgm:prSet presAssocID="{4FFE76E9-641B-4161-853B-69C1DB1EADDA}" presName="horz1" presStyleCnt="0"/>
      <dgm:spPr/>
    </dgm:pt>
    <dgm:pt modelId="{CE288C43-8D7C-44C6-B59A-FC4ED73C9FCB}" type="pres">
      <dgm:prSet presAssocID="{4FFE76E9-641B-4161-853B-69C1DB1EADDA}" presName="tx1" presStyleLbl="revTx" presStyleIdx="0" presStyleCnt="3"/>
      <dgm:spPr/>
    </dgm:pt>
    <dgm:pt modelId="{CCDB73D5-95DA-4E4B-85D6-23EBA2F8DDAC}" type="pres">
      <dgm:prSet presAssocID="{4FFE76E9-641B-4161-853B-69C1DB1EADDA}" presName="vert1" presStyleCnt="0"/>
      <dgm:spPr/>
    </dgm:pt>
    <dgm:pt modelId="{EB84C0DA-AEFC-44FB-8292-0718DDF4D1FA}" type="pres">
      <dgm:prSet presAssocID="{ADC09E63-5DEC-4584-B987-64944D5D6B4F}" presName="thickLine" presStyleLbl="alignNode1" presStyleIdx="1" presStyleCnt="3"/>
      <dgm:spPr/>
    </dgm:pt>
    <dgm:pt modelId="{8937D215-A602-4657-B1B7-5611C286D30C}" type="pres">
      <dgm:prSet presAssocID="{ADC09E63-5DEC-4584-B987-64944D5D6B4F}" presName="horz1" presStyleCnt="0"/>
      <dgm:spPr/>
    </dgm:pt>
    <dgm:pt modelId="{48BAD53E-4C4A-46EC-B71A-C95F2D830132}" type="pres">
      <dgm:prSet presAssocID="{ADC09E63-5DEC-4584-B987-64944D5D6B4F}" presName="tx1" presStyleLbl="revTx" presStyleIdx="1" presStyleCnt="3"/>
      <dgm:spPr/>
    </dgm:pt>
    <dgm:pt modelId="{AD866300-7E71-4F21-A0C3-C7E3802B6C8A}" type="pres">
      <dgm:prSet presAssocID="{ADC09E63-5DEC-4584-B987-64944D5D6B4F}" presName="vert1" presStyleCnt="0"/>
      <dgm:spPr/>
    </dgm:pt>
    <dgm:pt modelId="{2986D3E9-85C4-42F2-BF47-134B6E864F80}" type="pres">
      <dgm:prSet presAssocID="{C9F33304-51AF-4E4D-A122-1B14A315BD3B}" presName="thickLine" presStyleLbl="alignNode1" presStyleIdx="2" presStyleCnt="3"/>
      <dgm:spPr/>
    </dgm:pt>
    <dgm:pt modelId="{9F2C805D-31AC-4101-8F6F-FC24922DF58F}" type="pres">
      <dgm:prSet presAssocID="{C9F33304-51AF-4E4D-A122-1B14A315BD3B}" presName="horz1" presStyleCnt="0"/>
      <dgm:spPr/>
    </dgm:pt>
    <dgm:pt modelId="{02D000FE-988E-4F52-A954-86A07BD529B2}" type="pres">
      <dgm:prSet presAssocID="{C9F33304-51AF-4E4D-A122-1B14A315BD3B}" presName="tx1" presStyleLbl="revTx" presStyleIdx="2" presStyleCnt="3"/>
      <dgm:spPr/>
    </dgm:pt>
    <dgm:pt modelId="{F7D2A61E-B69B-4BB6-A16D-D2B24B30C6D8}" type="pres">
      <dgm:prSet presAssocID="{C9F33304-51AF-4E4D-A122-1B14A315BD3B}" presName="vert1" presStyleCnt="0"/>
      <dgm:spPr/>
    </dgm:pt>
  </dgm:ptLst>
  <dgm:cxnLst>
    <dgm:cxn modelId="{CB20980F-4F24-40EC-B2E4-8C582D58179B}" srcId="{9851042C-2A9B-4D48-83D3-69C90C81E23E}" destId="{ADC09E63-5DEC-4584-B987-64944D5D6B4F}" srcOrd="1" destOrd="0" parTransId="{EC7FBD5D-071F-4352-A188-66F57F4BCDFE}" sibTransId="{59A41B60-E308-4A51-A56E-C71A4D7146E1}"/>
    <dgm:cxn modelId="{E4C58B18-94B5-4CB1-8906-EF3EC98E430B}" type="presOf" srcId="{C9F33304-51AF-4E4D-A122-1B14A315BD3B}" destId="{02D000FE-988E-4F52-A954-86A07BD529B2}" srcOrd="0" destOrd="0" presId="urn:microsoft.com/office/officeart/2008/layout/LinedList"/>
    <dgm:cxn modelId="{018C5C3A-C29B-4AAD-A1CA-9A892994AD08}" type="presOf" srcId="{9851042C-2A9B-4D48-83D3-69C90C81E23E}" destId="{2C7A5878-AFEE-423E-8ED9-C4C732593B97}" srcOrd="0" destOrd="0" presId="urn:microsoft.com/office/officeart/2008/layout/LinedList"/>
    <dgm:cxn modelId="{0992756B-5E2C-4E67-B910-61CD3E69B5FE}" type="presOf" srcId="{4FFE76E9-641B-4161-853B-69C1DB1EADDA}" destId="{CE288C43-8D7C-44C6-B59A-FC4ED73C9FCB}" srcOrd="0" destOrd="0" presId="urn:microsoft.com/office/officeart/2008/layout/LinedList"/>
    <dgm:cxn modelId="{921D32A6-A1BF-46A4-BA01-1326F3AE3979}" srcId="{9851042C-2A9B-4D48-83D3-69C90C81E23E}" destId="{C9F33304-51AF-4E4D-A122-1B14A315BD3B}" srcOrd="2" destOrd="0" parTransId="{11FF1856-B9AA-4A46-B5BE-A56B1B84FCF8}" sibTransId="{203CB208-DE08-4327-A52E-078C603480B2}"/>
    <dgm:cxn modelId="{A19394B7-7C6A-499F-8619-F0A59F20367B}" srcId="{9851042C-2A9B-4D48-83D3-69C90C81E23E}" destId="{4FFE76E9-641B-4161-853B-69C1DB1EADDA}" srcOrd="0" destOrd="0" parTransId="{8D7E12AC-4F37-4B96-AC4B-73306CD4E3AF}" sibTransId="{31BC6775-F1C2-4774-A1EA-5E11C1955590}"/>
    <dgm:cxn modelId="{0533CEE5-B60F-456B-9E12-5EA096DC8617}" type="presOf" srcId="{ADC09E63-5DEC-4584-B987-64944D5D6B4F}" destId="{48BAD53E-4C4A-46EC-B71A-C95F2D830132}" srcOrd="0" destOrd="0" presId="urn:microsoft.com/office/officeart/2008/layout/LinedList"/>
    <dgm:cxn modelId="{4A6B816C-753C-459B-A289-FBE49E502752}" type="presParOf" srcId="{2C7A5878-AFEE-423E-8ED9-C4C732593B97}" destId="{9E60320D-FA5A-46C0-9D84-B961FEDB1DC7}" srcOrd="0" destOrd="0" presId="urn:microsoft.com/office/officeart/2008/layout/LinedList"/>
    <dgm:cxn modelId="{7F13C1A0-0175-4383-B8D4-47C72D31DF36}" type="presParOf" srcId="{2C7A5878-AFEE-423E-8ED9-C4C732593B97}" destId="{3748D97E-CF04-4254-BDEE-38AE8861D87F}" srcOrd="1" destOrd="0" presId="urn:microsoft.com/office/officeart/2008/layout/LinedList"/>
    <dgm:cxn modelId="{B3BC1AB2-F9CD-4D28-8730-19F32795DE40}" type="presParOf" srcId="{3748D97E-CF04-4254-BDEE-38AE8861D87F}" destId="{CE288C43-8D7C-44C6-B59A-FC4ED73C9FCB}" srcOrd="0" destOrd="0" presId="urn:microsoft.com/office/officeart/2008/layout/LinedList"/>
    <dgm:cxn modelId="{C1375827-4DD7-4A66-BB2E-944A40141457}" type="presParOf" srcId="{3748D97E-CF04-4254-BDEE-38AE8861D87F}" destId="{CCDB73D5-95DA-4E4B-85D6-23EBA2F8DDAC}" srcOrd="1" destOrd="0" presId="urn:microsoft.com/office/officeart/2008/layout/LinedList"/>
    <dgm:cxn modelId="{4382D8C1-CA5B-4F2E-92F6-25F23B04E3C8}" type="presParOf" srcId="{2C7A5878-AFEE-423E-8ED9-C4C732593B97}" destId="{EB84C0DA-AEFC-44FB-8292-0718DDF4D1FA}" srcOrd="2" destOrd="0" presId="urn:microsoft.com/office/officeart/2008/layout/LinedList"/>
    <dgm:cxn modelId="{6D46D458-869E-4C12-8797-9F0977022E30}" type="presParOf" srcId="{2C7A5878-AFEE-423E-8ED9-C4C732593B97}" destId="{8937D215-A602-4657-B1B7-5611C286D30C}" srcOrd="3" destOrd="0" presId="urn:microsoft.com/office/officeart/2008/layout/LinedList"/>
    <dgm:cxn modelId="{D3071E26-872A-44C0-B691-C5F297B04D85}" type="presParOf" srcId="{8937D215-A602-4657-B1B7-5611C286D30C}" destId="{48BAD53E-4C4A-46EC-B71A-C95F2D830132}" srcOrd="0" destOrd="0" presId="urn:microsoft.com/office/officeart/2008/layout/LinedList"/>
    <dgm:cxn modelId="{AC8AB8DE-CFD9-425C-8667-91E1A4A7F72D}" type="presParOf" srcId="{8937D215-A602-4657-B1B7-5611C286D30C}" destId="{AD866300-7E71-4F21-A0C3-C7E3802B6C8A}" srcOrd="1" destOrd="0" presId="urn:microsoft.com/office/officeart/2008/layout/LinedList"/>
    <dgm:cxn modelId="{19BD6522-A070-441D-B176-CE623A464C9D}" type="presParOf" srcId="{2C7A5878-AFEE-423E-8ED9-C4C732593B97}" destId="{2986D3E9-85C4-42F2-BF47-134B6E864F80}" srcOrd="4" destOrd="0" presId="urn:microsoft.com/office/officeart/2008/layout/LinedList"/>
    <dgm:cxn modelId="{B3DFD174-9715-4E42-8331-6152B997BDA9}" type="presParOf" srcId="{2C7A5878-AFEE-423E-8ED9-C4C732593B97}" destId="{9F2C805D-31AC-4101-8F6F-FC24922DF58F}" srcOrd="5" destOrd="0" presId="urn:microsoft.com/office/officeart/2008/layout/LinedList"/>
    <dgm:cxn modelId="{DB280366-F909-45D1-B1D6-6BE0706C327D}" type="presParOf" srcId="{9F2C805D-31AC-4101-8F6F-FC24922DF58F}" destId="{02D000FE-988E-4F52-A954-86A07BD529B2}" srcOrd="0" destOrd="0" presId="urn:microsoft.com/office/officeart/2008/layout/LinedList"/>
    <dgm:cxn modelId="{1CDD41BE-0623-481C-82B0-1171F39119E6}" type="presParOf" srcId="{9F2C805D-31AC-4101-8F6F-FC24922DF58F}" destId="{F7D2A61E-B69B-4BB6-A16D-D2B24B30C6D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F2000F-C68D-422D-B01D-83157AE30452}">
      <dsp:nvSpPr>
        <dsp:cNvPr id="0" name=""/>
        <dsp:cNvSpPr/>
      </dsp:nvSpPr>
      <dsp:spPr>
        <a:xfrm>
          <a:off x="0" y="675"/>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E3469E-28F4-4EBB-856E-CB0A3502580C}">
      <dsp:nvSpPr>
        <dsp:cNvPr id="0" name=""/>
        <dsp:cNvSpPr/>
      </dsp:nvSpPr>
      <dsp:spPr>
        <a:xfrm>
          <a:off x="0" y="67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Academic Journals</a:t>
          </a:r>
        </a:p>
      </dsp:txBody>
      <dsp:txXfrm>
        <a:off x="0" y="675"/>
        <a:ext cx="6900512" cy="614976"/>
      </dsp:txXfrm>
    </dsp:sp>
    <dsp:sp modelId="{87C8B649-2884-4834-A293-E456DD762D3C}">
      <dsp:nvSpPr>
        <dsp:cNvPr id="0" name=""/>
        <dsp:cNvSpPr/>
      </dsp:nvSpPr>
      <dsp:spPr>
        <a:xfrm>
          <a:off x="0" y="615652"/>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62FE61-540B-4455-984C-625FA5AD98D4}">
      <dsp:nvSpPr>
        <dsp:cNvPr id="0" name=""/>
        <dsp:cNvSpPr/>
      </dsp:nvSpPr>
      <dsp:spPr>
        <a:xfrm>
          <a:off x="0" y="61565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Conference Proceedings</a:t>
          </a:r>
        </a:p>
      </dsp:txBody>
      <dsp:txXfrm>
        <a:off x="0" y="615652"/>
        <a:ext cx="6900512" cy="614976"/>
      </dsp:txXfrm>
    </dsp:sp>
    <dsp:sp modelId="{541B1DB5-58CA-44E6-93EA-F1C58C1C1BAC}">
      <dsp:nvSpPr>
        <dsp:cNvPr id="0" name=""/>
        <dsp:cNvSpPr/>
      </dsp:nvSpPr>
      <dsp:spPr>
        <a:xfrm>
          <a:off x="0" y="1230628"/>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33C89C-6975-48CA-9FA3-C214463695F0}">
      <dsp:nvSpPr>
        <dsp:cNvPr id="0" name=""/>
        <dsp:cNvSpPr/>
      </dsp:nvSpPr>
      <dsp:spPr>
        <a:xfrm>
          <a:off x="0" y="123062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Conference Report</a:t>
          </a:r>
        </a:p>
      </dsp:txBody>
      <dsp:txXfrm>
        <a:off x="0" y="1230628"/>
        <a:ext cx="6900512" cy="614976"/>
      </dsp:txXfrm>
    </dsp:sp>
    <dsp:sp modelId="{155FA512-A2D2-492C-9F0C-3D9691EBFD52}">
      <dsp:nvSpPr>
        <dsp:cNvPr id="0" name=""/>
        <dsp:cNvSpPr/>
      </dsp:nvSpPr>
      <dsp:spPr>
        <a:xfrm>
          <a:off x="0" y="1845605"/>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12A224-30CB-470B-8D5F-6C2471BE4F84}">
      <dsp:nvSpPr>
        <dsp:cNvPr id="0" name=""/>
        <dsp:cNvSpPr/>
      </dsp:nvSpPr>
      <dsp:spPr>
        <a:xfrm>
          <a:off x="0" y="184560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General Reports</a:t>
          </a:r>
        </a:p>
      </dsp:txBody>
      <dsp:txXfrm>
        <a:off x="0" y="1845605"/>
        <a:ext cx="6900512" cy="614976"/>
      </dsp:txXfrm>
    </dsp:sp>
    <dsp:sp modelId="{53E57210-5496-43E6-A84C-068E4DC327CA}">
      <dsp:nvSpPr>
        <dsp:cNvPr id="0" name=""/>
        <dsp:cNvSpPr/>
      </dsp:nvSpPr>
      <dsp:spPr>
        <a:xfrm>
          <a:off x="0" y="2460582"/>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9D0989-DBAE-43A0-B79D-C27B7B466BCF}">
      <dsp:nvSpPr>
        <dsp:cNvPr id="0" name=""/>
        <dsp:cNvSpPr/>
      </dsp:nvSpPr>
      <dsp:spPr>
        <a:xfrm>
          <a:off x="0" y="246058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Newspapers</a:t>
          </a:r>
        </a:p>
      </dsp:txBody>
      <dsp:txXfrm>
        <a:off x="0" y="2460582"/>
        <a:ext cx="6900512" cy="614976"/>
      </dsp:txXfrm>
    </dsp:sp>
    <dsp:sp modelId="{2C8FC42B-F667-4F6A-8445-5803102392DC}">
      <dsp:nvSpPr>
        <dsp:cNvPr id="0" name=""/>
        <dsp:cNvSpPr/>
      </dsp:nvSpPr>
      <dsp:spPr>
        <a:xfrm>
          <a:off x="0" y="3075558"/>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B85E29-443E-4A4F-A090-F1CB1895253A}">
      <dsp:nvSpPr>
        <dsp:cNvPr id="0" name=""/>
        <dsp:cNvSpPr/>
      </dsp:nvSpPr>
      <dsp:spPr>
        <a:xfrm>
          <a:off x="0" y="307555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Magazines</a:t>
          </a:r>
        </a:p>
      </dsp:txBody>
      <dsp:txXfrm>
        <a:off x="0" y="3075558"/>
        <a:ext cx="6900512" cy="614976"/>
      </dsp:txXfrm>
    </dsp:sp>
    <dsp:sp modelId="{0A0E39C5-1EC9-44CC-8C47-5B6EB0B5A24E}">
      <dsp:nvSpPr>
        <dsp:cNvPr id="0" name=""/>
        <dsp:cNvSpPr/>
      </dsp:nvSpPr>
      <dsp:spPr>
        <a:xfrm>
          <a:off x="0" y="3690535"/>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42E82F-46BF-401F-A625-8C1059E77F11}">
      <dsp:nvSpPr>
        <dsp:cNvPr id="0" name=""/>
        <dsp:cNvSpPr/>
      </dsp:nvSpPr>
      <dsp:spPr>
        <a:xfrm>
          <a:off x="0" y="369053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Thesis: Mphil, PhD</a:t>
          </a:r>
        </a:p>
      </dsp:txBody>
      <dsp:txXfrm>
        <a:off x="0" y="3690535"/>
        <a:ext cx="6900512" cy="614976"/>
      </dsp:txXfrm>
    </dsp:sp>
    <dsp:sp modelId="{0272675B-E145-4177-869D-512AE8E00D59}">
      <dsp:nvSpPr>
        <dsp:cNvPr id="0" name=""/>
        <dsp:cNvSpPr/>
      </dsp:nvSpPr>
      <dsp:spPr>
        <a:xfrm>
          <a:off x="0" y="4305512"/>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A2231A-5E76-4E64-9E37-849518722BFB}">
      <dsp:nvSpPr>
        <dsp:cNvPr id="0" name=""/>
        <dsp:cNvSpPr/>
      </dsp:nvSpPr>
      <dsp:spPr>
        <a:xfrm>
          <a:off x="0" y="430551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Test Books</a:t>
          </a:r>
        </a:p>
      </dsp:txBody>
      <dsp:txXfrm>
        <a:off x="0" y="4305512"/>
        <a:ext cx="6900512" cy="614976"/>
      </dsp:txXfrm>
    </dsp:sp>
    <dsp:sp modelId="{337F56EF-28CC-405A-B94B-D278FD250E9E}">
      <dsp:nvSpPr>
        <dsp:cNvPr id="0" name=""/>
        <dsp:cNvSpPr/>
      </dsp:nvSpPr>
      <dsp:spPr>
        <a:xfrm>
          <a:off x="0" y="4920488"/>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EF14BB-770B-4766-A9C8-161776A1E464}">
      <dsp:nvSpPr>
        <dsp:cNvPr id="0" name=""/>
        <dsp:cNvSpPr/>
      </dsp:nvSpPr>
      <dsp:spPr>
        <a:xfrm>
          <a:off x="0" y="492048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Internet Website</a:t>
          </a:r>
        </a:p>
      </dsp:txBody>
      <dsp:txXfrm>
        <a:off x="0" y="4920488"/>
        <a:ext cx="6900512" cy="6149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028A3F-7245-46C8-A9E0-CEFF4C6473EF}">
      <dsp:nvSpPr>
        <dsp:cNvPr id="0" name=""/>
        <dsp:cNvSpPr/>
      </dsp:nvSpPr>
      <dsp:spPr>
        <a:xfrm>
          <a:off x="0" y="1407"/>
          <a:ext cx="10515600" cy="599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7E9F18-E848-4670-B759-64239C515690}">
      <dsp:nvSpPr>
        <dsp:cNvPr id="0" name=""/>
        <dsp:cNvSpPr/>
      </dsp:nvSpPr>
      <dsp:spPr>
        <a:xfrm>
          <a:off x="181488" y="136399"/>
          <a:ext cx="329979" cy="3299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BE7A05-AE3F-470B-A955-E861C943F787}">
      <dsp:nvSpPr>
        <dsp:cNvPr id="0" name=""/>
        <dsp:cNvSpPr/>
      </dsp:nvSpPr>
      <dsp:spPr>
        <a:xfrm>
          <a:off x="692956" y="1407"/>
          <a:ext cx="9822643" cy="599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96" tIns="63496" rIns="63496" bIns="63496" numCol="1" spcCol="1270" anchor="ctr" anchorCtr="0">
          <a:noAutofit/>
        </a:bodyPr>
        <a:lstStyle/>
        <a:p>
          <a:pPr marL="0" lvl="0" indent="0" algn="l" defTabSz="844550">
            <a:lnSpc>
              <a:spcPct val="100000"/>
            </a:lnSpc>
            <a:spcBef>
              <a:spcPct val="0"/>
            </a:spcBef>
            <a:spcAft>
              <a:spcPct val="35000"/>
            </a:spcAft>
            <a:buNone/>
          </a:pPr>
          <a:r>
            <a:rPr lang="en-US" sz="1900" b="0" i="0" kern="1200" baseline="0"/>
            <a:t>To </a:t>
          </a:r>
          <a:r>
            <a:rPr lang="en-US" sz="1900" b="1" i="0" kern="1200" baseline="0"/>
            <a:t>understand</a:t>
          </a:r>
          <a:r>
            <a:rPr lang="en-US" sz="1900" b="0" i="0" kern="1200" baseline="0"/>
            <a:t> what is already known about a topic.</a:t>
          </a:r>
          <a:endParaRPr lang="en-US" sz="1900" kern="1200"/>
        </a:p>
      </dsp:txBody>
      <dsp:txXfrm>
        <a:off x="692956" y="1407"/>
        <a:ext cx="9822643" cy="599962"/>
      </dsp:txXfrm>
    </dsp:sp>
    <dsp:sp modelId="{3E56266A-087E-4FD2-8CCE-0A8DD7AC3939}">
      <dsp:nvSpPr>
        <dsp:cNvPr id="0" name=""/>
        <dsp:cNvSpPr/>
      </dsp:nvSpPr>
      <dsp:spPr>
        <a:xfrm>
          <a:off x="0" y="751361"/>
          <a:ext cx="10515600" cy="599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2F8183-2057-4A41-A9CB-CFACF3FB4CE7}">
      <dsp:nvSpPr>
        <dsp:cNvPr id="0" name=""/>
        <dsp:cNvSpPr/>
      </dsp:nvSpPr>
      <dsp:spPr>
        <a:xfrm>
          <a:off x="181488" y="886352"/>
          <a:ext cx="329979" cy="3299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D8DE3B-230B-41DB-84E8-02D478F72779}">
      <dsp:nvSpPr>
        <dsp:cNvPr id="0" name=""/>
        <dsp:cNvSpPr/>
      </dsp:nvSpPr>
      <dsp:spPr>
        <a:xfrm>
          <a:off x="692956" y="751361"/>
          <a:ext cx="9822643" cy="599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96" tIns="63496" rIns="63496" bIns="63496" numCol="1" spcCol="1270" anchor="ctr" anchorCtr="0">
          <a:noAutofit/>
        </a:bodyPr>
        <a:lstStyle/>
        <a:p>
          <a:pPr marL="0" lvl="0" indent="0" algn="l" defTabSz="844550">
            <a:lnSpc>
              <a:spcPct val="100000"/>
            </a:lnSpc>
            <a:spcBef>
              <a:spcPct val="0"/>
            </a:spcBef>
            <a:spcAft>
              <a:spcPct val="35000"/>
            </a:spcAft>
            <a:buNone/>
          </a:pPr>
          <a:r>
            <a:rPr lang="en-US" sz="1900" b="0" i="0" kern="1200" baseline="0"/>
            <a:t>To </a:t>
          </a:r>
          <a:r>
            <a:rPr lang="en-US" sz="1900" b="1" i="0" kern="1200" baseline="0"/>
            <a:t>avoid duplication</a:t>
          </a:r>
          <a:r>
            <a:rPr lang="en-US" sz="1900" b="0" i="0" kern="1200" baseline="0"/>
            <a:t> of existing work.</a:t>
          </a:r>
          <a:endParaRPr lang="en-US" sz="1900" kern="1200"/>
        </a:p>
      </dsp:txBody>
      <dsp:txXfrm>
        <a:off x="692956" y="751361"/>
        <a:ext cx="9822643" cy="599962"/>
      </dsp:txXfrm>
    </dsp:sp>
    <dsp:sp modelId="{1BA6A5F4-9562-4BBD-90A3-04C6905A9374}">
      <dsp:nvSpPr>
        <dsp:cNvPr id="0" name=""/>
        <dsp:cNvSpPr/>
      </dsp:nvSpPr>
      <dsp:spPr>
        <a:xfrm>
          <a:off x="0" y="1501314"/>
          <a:ext cx="10515600" cy="599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7C4DC-B4E2-4DE2-A9E8-DB0B244B05DC}">
      <dsp:nvSpPr>
        <dsp:cNvPr id="0" name=""/>
        <dsp:cNvSpPr/>
      </dsp:nvSpPr>
      <dsp:spPr>
        <a:xfrm>
          <a:off x="181488" y="1636305"/>
          <a:ext cx="329979" cy="3299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88C851-8478-4999-ABD9-ED9DA9A1F49D}">
      <dsp:nvSpPr>
        <dsp:cNvPr id="0" name=""/>
        <dsp:cNvSpPr/>
      </dsp:nvSpPr>
      <dsp:spPr>
        <a:xfrm>
          <a:off x="692956" y="1501314"/>
          <a:ext cx="9822643" cy="599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96" tIns="63496" rIns="63496" bIns="63496" numCol="1" spcCol="1270" anchor="ctr" anchorCtr="0">
          <a:noAutofit/>
        </a:bodyPr>
        <a:lstStyle/>
        <a:p>
          <a:pPr marL="0" lvl="0" indent="0" algn="l" defTabSz="844550">
            <a:lnSpc>
              <a:spcPct val="100000"/>
            </a:lnSpc>
            <a:spcBef>
              <a:spcPct val="0"/>
            </a:spcBef>
            <a:spcAft>
              <a:spcPct val="35000"/>
            </a:spcAft>
            <a:buNone/>
          </a:pPr>
          <a:r>
            <a:rPr lang="en-US" sz="1900" b="0" i="0" kern="1200" baseline="0"/>
            <a:t>To </a:t>
          </a:r>
          <a:r>
            <a:rPr lang="en-US" sz="1900" b="1" i="0" kern="1200" baseline="0"/>
            <a:t>identify research gaps</a:t>
          </a:r>
          <a:r>
            <a:rPr lang="en-US" sz="1900" b="0" i="0" kern="1200" baseline="0"/>
            <a:t> and new research opportunities.</a:t>
          </a:r>
          <a:endParaRPr lang="en-US" sz="1900" kern="1200"/>
        </a:p>
      </dsp:txBody>
      <dsp:txXfrm>
        <a:off x="692956" y="1501314"/>
        <a:ext cx="9822643" cy="599962"/>
      </dsp:txXfrm>
    </dsp:sp>
    <dsp:sp modelId="{E6FB50F0-269B-4D39-A503-8B5B596E8B11}">
      <dsp:nvSpPr>
        <dsp:cNvPr id="0" name=""/>
        <dsp:cNvSpPr/>
      </dsp:nvSpPr>
      <dsp:spPr>
        <a:xfrm>
          <a:off x="0" y="2251267"/>
          <a:ext cx="10515600" cy="599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2F7040-CCB6-42E3-B5FA-88AA0D4F9A79}">
      <dsp:nvSpPr>
        <dsp:cNvPr id="0" name=""/>
        <dsp:cNvSpPr/>
      </dsp:nvSpPr>
      <dsp:spPr>
        <a:xfrm>
          <a:off x="181488" y="2386258"/>
          <a:ext cx="329979" cy="32997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41789D-72EB-4924-B4B0-4E8D57DC5D8F}">
      <dsp:nvSpPr>
        <dsp:cNvPr id="0" name=""/>
        <dsp:cNvSpPr/>
      </dsp:nvSpPr>
      <dsp:spPr>
        <a:xfrm>
          <a:off x="692956" y="2251267"/>
          <a:ext cx="9822643" cy="599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96" tIns="63496" rIns="63496" bIns="63496" numCol="1" spcCol="1270" anchor="ctr" anchorCtr="0">
          <a:noAutofit/>
        </a:bodyPr>
        <a:lstStyle/>
        <a:p>
          <a:pPr marL="0" lvl="0" indent="0" algn="l" defTabSz="844550">
            <a:lnSpc>
              <a:spcPct val="100000"/>
            </a:lnSpc>
            <a:spcBef>
              <a:spcPct val="0"/>
            </a:spcBef>
            <a:spcAft>
              <a:spcPct val="35000"/>
            </a:spcAft>
            <a:buNone/>
          </a:pPr>
          <a:r>
            <a:rPr lang="en-US" sz="1900" b="0" i="0" kern="1200" baseline="0"/>
            <a:t>To </a:t>
          </a:r>
          <a:r>
            <a:rPr lang="en-US" sz="1900" b="1" i="0" kern="1200" baseline="0"/>
            <a:t>build theoretical grounding</a:t>
          </a:r>
          <a:r>
            <a:rPr lang="en-US" sz="1900" b="0" i="0" kern="1200" baseline="0"/>
            <a:t> for your study.</a:t>
          </a:r>
          <a:endParaRPr lang="en-US" sz="1900" kern="1200"/>
        </a:p>
      </dsp:txBody>
      <dsp:txXfrm>
        <a:off x="692956" y="2251267"/>
        <a:ext cx="9822643" cy="599962"/>
      </dsp:txXfrm>
    </dsp:sp>
    <dsp:sp modelId="{4B98F743-1F18-4236-BEDE-8CDDB9514676}">
      <dsp:nvSpPr>
        <dsp:cNvPr id="0" name=""/>
        <dsp:cNvSpPr/>
      </dsp:nvSpPr>
      <dsp:spPr>
        <a:xfrm>
          <a:off x="0" y="3001220"/>
          <a:ext cx="10515600" cy="599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35C97F-F7CF-478B-8D41-5E8FE727EDAF}">
      <dsp:nvSpPr>
        <dsp:cNvPr id="0" name=""/>
        <dsp:cNvSpPr/>
      </dsp:nvSpPr>
      <dsp:spPr>
        <a:xfrm>
          <a:off x="181488" y="3136211"/>
          <a:ext cx="329979" cy="32997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8ED4E2-F8DE-4E97-B3A0-07F24BD43E72}">
      <dsp:nvSpPr>
        <dsp:cNvPr id="0" name=""/>
        <dsp:cNvSpPr/>
      </dsp:nvSpPr>
      <dsp:spPr>
        <a:xfrm>
          <a:off x="692956" y="3001220"/>
          <a:ext cx="9822643" cy="599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96" tIns="63496" rIns="63496" bIns="63496" numCol="1" spcCol="1270" anchor="ctr" anchorCtr="0">
          <a:noAutofit/>
        </a:bodyPr>
        <a:lstStyle/>
        <a:p>
          <a:pPr marL="0" lvl="0" indent="0" algn="l" defTabSz="844550">
            <a:lnSpc>
              <a:spcPct val="100000"/>
            </a:lnSpc>
            <a:spcBef>
              <a:spcPct val="0"/>
            </a:spcBef>
            <a:spcAft>
              <a:spcPct val="35000"/>
            </a:spcAft>
            <a:buNone/>
          </a:pPr>
          <a:r>
            <a:rPr lang="en-US" sz="1900" b="0" i="0" kern="1200" baseline="0"/>
            <a:t>To </a:t>
          </a:r>
          <a:r>
            <a:rPr lang="en-US" sz="1900" b="1" i="0" kern="1200" baseline="0"/>
            <a:t>justify your research questions and hypotheses</a:t>
          </a:r>
          <a:r>
            <a:rPr lang="en-US" sz="1900" b="0" i="0" kern="1200" baseline="0"/>
            <a:t>.</a:t>
          </a:r>
          <a:endParaRPr lang="en-US" sz="1900" kern="1200"/>
        </a:p>
      </dsp:txBody>
      <dsp:txXfrm>
        <a:off x="692956" y="3001220"/>
        <a:ext cx="9822643" cy="599962"/>
      </dsp:txXfrm>
    </dsp:sp>
    <dsp:sp modelId="{C3DA71D3-3296-4B74-A651-E318095B481C}">
      <dsp:nvSpPr>
        <dsp:cNvPr id="0" name=""/>
        <dsp:cNvSpPr/>
      </dsp:nvSpPr>
      <dsp:spPr>
        <a:xfrm>
          <a:off x="0" y="3751173"/>
          <a:ext cx="10515600" cy="599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BBD85F-D548-44CC-A6FA-24FBD26E62FE}">
      <dsp:nvSpPr>
        <dsp:cNvPr id="0" name=""/>
        <dsp:cNvSpPr/>
      </dsp:nvSpPr>
      <dsp:spPr>
        <a:xfrm>
          <a:off x="181488" y="3886165"/>
          <a:ext cx="329979" cy="32997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22E13A-3334-4642-A8D9-3546CA99F62F}">
      <dsp:nvSpPr>
        <dsp:cNvPr id="0" name=""/>
        <dsp:cNvSpPr/>
      </dsp:nvSpPr>
      <dsp:spPr>
        <a:xfrm>
          <a:off x="692956" y="3751173"/>
          <a:ext cx="9822643" cy="599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96" tIns="63496" rIns="63496" bIns="63496" numCol="1" spcCol="1270" anchor="ctr" anchorCtr="0">
          <a:noAutofit/>
        </a:bodyPr>
        <a:lstStyle/>
        <a:p>
          <a:pPr marL="0" lvl="0" indent="0" algn="l" defTabSz="844550">
            <a:lnSpc>
              <a:spcPct val="100000"/>
            </a:lnSpc>
            <a:spcBef>
              <a:spcPct val="0"/>
            </a:spcBef>
            <a:spcAft>
              <a:spcPct val="35000"/>
            </a:spcAft>
            <a:buNone/>
          </a:pPr>
          <a:r>
            <a:rPr lang="en-US" sz="1900" b="0" i="0" kern="1200" baseline="0"/>
            <a:t>To </a:t>
          </a:r>
          <a:r>
            <a:rPr lang="en-US" sz="1900" b="1" i="0" kern="1200" baseline="0"/>
            <a:t>position your work</a:t>
          </a:r>
          <a:r>
            <a:rPr lang="en-US" sz="1900" b="0" i="0" kern="1200" baseline="0"/>
            <a:t> in the academic conversation.</a:t>
          </a:r>
          <a:endParaRPr lang="en-US" sz="1900" kern="1200"/>
        </a:p>
      </dsp:txBody>
      <dsp:txXfrm>
        <a:off x="692956" y="3751173"/>
        <a:ext cx="9822643" cy="5999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F863A7-2988-4D3F-AF31-CCADF7A27C98}">
      <dsp:nvSpPr>
        <dsp:cNvPr id="0" name=""/>
        <dsp:cNvSpPr/>
      </dsp:nvSpPr>
      <dsp:spPr>
        <a:xfrm>
          <a:off x="82613" y="9090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81C1C0-9DEC-4E79-94A1-83BB191EC86D}">
      <dsp:nvSpPr>
        <dsp:cNvPr id="0" name=""/>
        <dsp:cNvSpPr/>
      </dsp:nvSpPr>
      <dsp:spPr>
        <a:xfrm>
          <a:off x="271034" y="1097481"/>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DF6B5D-1F8A-4F70-B96A-3DE45999F41A}">
      <dsp:nvSpPr>
        <dsp:cNvPr id="0" name=""/>
        <dsp:cNvSpPr/>
      </dsp:nvSpPr>
      <dsp:spPr>
        <a:xfrm>
          <a:off x="1172126" y="9090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A good literature review:</a:t>
          </a:r>
        </a:p>
      </dsp:txBody>
      <dsp:txXfrm>
        <a:off x="1172126" y="909059"/>
        <a:ext cx="2114937" cy="897246"/>
      </dsp:txXfrm>
    </dsp:sp>
    <dsp:sp modelId="{B93408D9-23C3-4C8D-9309-8EBA4DA234AA}">
      <dsp:nvSpPr>
        <dsp:cNvPr id="0" name=""/>
        <dsp:cNvSpPr/>
      </dsp:nvSpPr>
      <dsp:spPr>
        <a:xfrm>
          <a:off x="3655575" y="9090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B72D00-3D6C-4517-B5F2-8CB4BD3A0014}">
      <dsp:nvSpPr>
        <dsp:cNvPr id="0" name=""/>
        <dsp:cNvSpPr/>
      </dsp:nvSpPr>
      <dsp:spPr>
        <a:xfrm>
          <a:off x="3843996" y="1097481"/>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CD2D70-F25D-4EE6-8088-BAABB40F4BFC}">
      <dsp:nvSpPr>
        <dsp:cNvPr id="0" name=""/>
        <dsp:cNvSpPr/>
      </dsp:nvSpPr>
      <dsp:spPr>
        <a:xfrm>
          <a:off x="4745088" y="9090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Maps the </a:t>
          </a:r>
          <a:r>
            <a:rPr lang="en-US" sz="1900" b="1" kern="1200"/>
            <a:t>conceptual framework</a:t>
          </a:r>
          <a:r>
            <a:rPr lang="en-US" sz="1900" kern="1200"/>
            <a:t> of your study.</a:t>
          </a:r>
        </a:p>
      </dsp:txBody>
      <dsp:txXfrm>
        <a:off x="4745088" y="909059"/>
        <a:ext cx="2114937" cy="897246"/>
      </dsp:txXfrm>
    </dsp:sp>
    <dsp:sp modelId="{0AFE22EB-5929-4932-81DC-8C116E060FEA}">
      <dsp:nvSpPr>
        <dsp:cNvPr id="0" name=""/>
        <dsp:cNvSpPr/>
      </dsp:nvSpPr>
      <dsp:spPr>
        <a:xfrm>
          <a:off x="7228536" y="9090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FBF17D-6A58-4B1B-8A09-3E53E191C4D5}">
      <dsp:nvSpPr>
        <dsp:cNvPr id="0" name=""/>
        <dsp:cNvSpPr/>
      </dsp:nvSpPr>
      <dsp:spPr>
        <a:xfrm>
          <a:off x="7416958" y="1097481"/>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3B1B19-DEC8-4BA5-B88F-E8B98F74E33A}">
      <dsp:nvSpPr>
        <dsp:cNvPr id="0" name=""/>
        <dsp:cNvSpPr/>
      </dsp:nvSpPr>
      <dsp:spPr>
        <a:xfrm>
          <a:off x="8318049" y="9090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Identifies </a:t>
          </a:r>
          <a:r>
            <a:rPr lang="en-US" sz="1900" b="1" kern="1200"/>
            <a:t>patterns, contradictions, and trends</a:t>
          </a:r>
          <a:r>
            <a:rPr lang="en-US" sz="1900" kern="1200"/>
            <a:t>.</a:t>
          </a:r>
        </a:p>
      </dsp:txBody>
      <dsp:txXfrm>
        <a:off x="8318049" y="909059"/>
        <a:ext cx="2114937" cy="897246"/>
      </dsp:txXfrm>
    </dsp:sp>
    <dsp:sp modelId="{D1308244-624C-4E62-891B-1520FB2DFCCD}">
      <dsp:nvSpPr>
        <dsp:cNvPr id="0" name=""/>
        <dsp:cNvSpPr/>
      </dsp:nvSpPr>
      <dsp:spPr>
        <a:xfrm>
          <a:off x="82613" y="2546238"/>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B04C05-EF25-4ED3-80F6-10421AAA4E02}">
      <dsp:nvSpPr>
        <dsp:cNvPr id="0" name=""/>
        <dsp:cNvSpPr/>
      </dsp:nvSpPr>
      <dsp:spPr>
        <a:xfrm>
          <a:off x="271034" y="2734659"/>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A10C70-2BD3-4649-8BA0-B653204905B5}">
      <dsp:nvSpPr>
        <dsp:cNvPr id="0" name=""/>
        <dsp:cNvSpPr/>
      </dsp:nvSpPr>
      <dsp:spPr>
        <a:xfrm>
          <a:off x="1172126"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Evaluates </a:t>
          </a:r>
          <a:r>
            <a:rPr lang="en-US" sz="1900" b="1" kern="1200"/>
            <a:t>methodologies</a:t>
          </a:r>
          <a:r>
            <a:rPr lang="en-US" sz="1900" kern="1200"/>
            <a:t> used in prior studies.</a:t>
          </a:r>
        </a:p>
      </dsp:txBody>
      <dsp:txXfrm>
        <a:off x="1172126" y="2546238"/>
        <a:ext cx="2114937" cy="897246"/>
      </dsp:txXfrm>
    </dsp:sp>
    <dsp:sp modelId="{969D7608-9D08-4DFB-B36A-DADCA2164FDC}">
      <dsp:nvSpPr>
        <dsp:cNvPr id="0" name=""/>
        <dsp:cNvSpPr/>
      </dsp:nvSpPr>
      <dsp:spPr>
        <a:xfrm>
          <a:off x="3655575" y="2546238"/>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2A08C9-B22F-47EE-8C66-789CCC5F42D3}">
      <dsp:nvSpPr>
        <dsp:cNvPr id="0" name=""/>
        <dsp:cNvSpPr/>
      </dsp:nvSpPr>
      <dsp:spPr>
        <a:xfrm>
          <a:off x="3843996" y="2734659"/>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DB7D7B-0955-4A86-A01F-AB2797AF29FD}">
      <dsp:nvSpPr>
        <dsp:cNvPr id="0" name=""/>
        <dsp:cNvSpPr/>
      </dsp:nvSpPr>
      <dsp:spPr>
        <a:xfrm>
          <a:off x="4745088"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Highlights </a:t>
          </a:r>
          <a:r>
            <a:rPr lang="en-US" sz="1900" b="1" kern="1200"/>
            <a:t>limitations</a:t>
          </a:r>
          <a:r>
            <a:rPr lang="en-US" sz="1900" kern="1200"/>
            <a:t> and proposes </a:t>
          </a:r>
          <a:r>
            <a:rPr lang="en-US" sz="1900" b="1" kern="1200"/>
            <a:t>future directions</a:t>
          </a:r>
          <a:r>
            <a:rPr lang="en-US" sz="1900" kern="1200"/>
            <a:t>.</a:t>
          </a:r>
        </a:p>
      </dsp:txBody>
      <dsp:txXfrm>
        <a:off x="4745088" y="2546238"/>
        <a:ext cx="2114937" cy="897246"/>
      </dsp:txXfrm>
    </dsp:sp>
    <dsp:sp modelId="{38C9EE41-A8A8-42EA-B457-3C27F549016A}">
      <dsp:nvSpPr>
        <dsp:cNvPr id="0" name=""/>
        <dsp:cNvSpPr/>
      </dsp:nvSpPr>
      <dsp:spPr>
        <a:xfrm>
          <a:off x="7228536" y="2546238"/>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02D223-FBF3-4381-8F46-18581EDBDA49}">
      <dsp:nvSpPr>
        <dsp:cNvPr id="0" name=""/>
        <dsp:cNvSpPr/>
      </dsp:nvSpPr>
      <dsp:spPr>
        <a:xfrm>
          <a:off x="7416958" y="2734659"/>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C1C4AA-8F2D-4582-BB99-0C8FD507CA7A}">
      <dsp:nvSpPr>
        <dsp:cNvPr id="0" name=""/>
        <dsp:cNvSpPr/>
      </dsp:nvSpPr>
      <dsp:spPr>
        <a:xfrm>
          <a:off x="8318049"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Provides </a:t>
          </a:r>
          <a:r>
            <a:rPr lang="en-US" sz="1900" b="1" kern="1200"/>
            <a:t>justification</a:t>
          </a:r>
          <a:r>
            <a:rPr lang="en-US" sz="1900" kern="1200"/>
            <a:t> for your study design.</a:t>
          </a:r>
        </a:p>
      </dsp:txBody>
      <dsp:txXfrm>
        <a:off x="8318049" y="2546238"/>
        <a:ext cx="2114937" cy="897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AB187F-F8BF-4A28-8143-8740197A41F4}">
      <dsp:nvSpPr>
        <dsp:cNvPr id="0" name=""/>
        <dsp:cNvSpPr/>
      </dsp:nvSpPr>
      <dsp:spPr>
        <a:xfrm>
          <a:off x="4108" y="165211"/>
          <a:ext cx="2470500" cy="86754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a:t>Primary Sources</a:t>
          </a:r>
          <a:endParaRPr lang="en-US" sz="2400" kern="1200"/>
        </a:p>
      </dsp:txBody>
      <dsp:txXfrm>
        <a:off x="4108" y="165211"/>
        <a:ext cx="2470500" cy="867543"/>
      </dsp:txXfrm>
    </dsp:sp>
    <dsp:sp modelId="{81FAC465-A85F-40F0-9745-1F1D946F0EC5}">
      <dsp:nvSpPr>
        <dsp:cNvPr id="0" name=""/>
        <dsp:cNvSpPr/>
      </dsp:nvSpPr>
      <dsp:spPr>
        <a:xfrm>
          <a:off x="4108" y="1032755"/>
          <a:ext cx="2470500" cy="2994837"/>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Empirical journal articles</a:t>
          </a:r>
        </a:p>
        <a:p>
          <a:pPr marL="228600" lvl="1" indent="-228600" algn="l" defTabSz="1066800">
            <a:lnSpc>
              <a:spcPct val="90000"/>
            </a:lnSpc>
            <a:spcBef>
              <a:spcPct val="0"/>
            </a:spcBef>
            <a:spcAft>
              <a:spcPct val="15000"/>
            </a:spcAft>
            <a:buChar char="•"/>
          </a:pPr>
          <a:r>
            <a:rPr lang="en-US" sz="2400" kern="1200"/>
            <a:t>Conference papers</a:t>
          </a:r>
        </a:p>
        <a:p>
          <a:pPr marL="228600" lvl="1" indent="-228600" algn="l" defTabSz="1066800">
            <a:lnSpc>
              <a:spcPct val="90000"/>
            </a:lnSpc>
            <a:spcBef>
              <a:spcPct val="0"/>
            </a:spcBef>
            <a:spcAft>
              <a:spcPct val="15000"/>
            </a:spcAft>
            <a:buChar char="•"/>
          </a:pPr>
          <a:r>
            <a:rPr lang="en-US" sz="2400" kern="1200"/>
            <a:t>Dissertations (PhD/MPhil)</a:t>
          </a:r>
        </a:p>
      </dsp:txBody>
      <dsp:txXfrm>
        <a:off x="4108" y="1032755"/>
        <a:ext cx="2470500" cy="2994837"/>
      </dsp:txXfrm>
    </dsp:sp>
    <dsp:sp modelId="{35BCF55A-CF9E-4440-A420-56F1DBD484B4}">
      <dsp:nvSpPr>
        <dsp:cNvPr id="0" name=""/>
        <dsp:cNvSpPr/>
      </dsp:nvSpPr>
      <dsp:spPr>
        <a:xfrm>
          <a:off x="2820479" y="165211"/>
          <a:ext cx="2470500" cy="867543"/>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a:t>Secondary Sources</a:t>
          </a:r>
          <a:endParaRPr lang="en-US" sz="2400" kern="1200"/>
        </a:p>
      </dsp:txBody>
      <dsp:txXfrm>
        <a:off x="2820479" y="165211"/>
        <a:ext cx="2470500" cy="867543"/>
      </dsp:txXfrm>
    </dsp:sp>
    <dsp:sp modelId="{A7FDC236-B4EB-4070-A26C-BB051E0E5BF3}">
      <dsp:nvSpPr>
        <dsp:cNvPr id="0" name=""/>
        <dsp:cNvSpPr/>
      </dsp:nvSpPr>
      <dsp:spPr>
        <a:xfrm>
          <a:off x="2820479" y="1032755"/>
          <a:ext cx="2470500" cy="2994837"/>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Review papers</a:t>
          </a:r>
        </a:p>
        <a:p>
          <a:pPr marL="228600" lvl="1" indent="-228600" algn="l" defTabSz="1066800">
            <a:lnSpc>
              <a:spcPct val="90000"/>
            </a:lnSpc>
            <a:spcBef>
              <a:spcPct val="0"/>
            </a:spcBef>
            <a:spcAft>
              <a:spcPct val="15000"/>
            </a:spcAft>
            <a:buChar char="•"/>
          </a:pPr>
          <a:r>
            <a:rPr lang="en-US" sz="2400" kern="1200"/>
            <a:t>Textbooks</a:t>
          </a:r>
        </a:p>
        <a:p>
          <a:pPr marL="228600" lvl="1" indent="-228600" algn="l" defTabSz="1066800">
            <a:lnSpc>
              <a:spcPct val="90000"/>
            </a:lnSpc>
            <a:spcBef>
              <a:spcPct val="0"/>
            </a:spcBef>
            <a:spcAft>
              <a:spcPct val="15000"/>
            </a:spcAft>
            <a:buChar char="•"/>
          </a:pPr>
          <a:r>
            <a:rPr lang="en-US" sz="2400" kern="1200"/>
            <a:t>Theoretical discussions</a:t>
          </a:r>
        </a:p>
      </dsp:txBody>
      <dsp:txXfrm>
        <a:off x="2820479" y="1032755"/>
        <a:ext cx="2470500" cy="2994837"/>
      </dsp:txXfrm>
    </dsp:sp>
    <dsp:sp modelId="{525D17D7-0938-46B9-A388-36B7DD2F69E7}">
      <dsp:nvSpPr>
        <dsp:cNvPr id="0" name=""/>
        <dsp:cNvSpPr/>
      </dsp:nvSpPr>
      <dsp:spPr>
        <a:xfrm>
          <a:off x="5636849" y="165211"/>
          <a:ext cx="2470500" cy="867543"/>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a:t>Grey Literature</a:t>
          </a:r>
          <a:endParaRPr lang="en-US" sz="2400" kern="1200"/>
        </a:p>
      </dsp:txBody>
      <dsp:txXfrm>
        <a:off x="5636849" y="165211"/>
        <a:ext cx="2470500" cy="867543"/>
      </dsp:txXfrm>
    </dsp:sp>
    <dsp:sp modelId="{F249210C-6F6C-446F-8903-329CFD4E4AFB}">
      <dsp:nvSpPr>
        <dsp:cNvPr id="0" name=""/>
        <dsp:cNvSpPr/>
      </dsp:nvSpPr>
      <dsp:spPr>
        <a:xfrm>
          <a:off x="5636849" y="1032755"/>
          <a:ext cx="2470500" cy="2994837"/>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Reports, policies, white papers</a:t>
          </a:r>
        </a:p>
        <a:p>
          <a:pPr marL="228600" lvl="1" indent="-228600" algn="l" defTabSz="1066800">
            <a:lnSpc>
              <a:spcPct val="90000"/>
            </a:lnSpc>
            <a:spcBef>
              <a:spcPct val="0"/>
            </a:spcBef>
            <a:spcAft>
              <a:spcPct val="15000"/>
            </a:spcAft>
            <a:buChar char="•"/>
          </a:pPr>
          <a:r>
            <a:rPr lang="en-US" sz="2400" kern="1200"/>
            <a:t>News articles, magazines, organizational documents</a:t>
          </a:r>
        </a:p>
      </dsp:txBody>
      <dsp:txXfrm>
        <a:off x="5636849" y="1032755"/>
        <a:ext cx="2470500" cy="2994837"/>
      </dsp:txXfrm>
    </dsp:sp>
    <dsp:sp modelId="{3AA62D97-E2B2-4AD1-AF4A-F341816932CE}">
      <dsp:nvSpPr>
        <dsp:cNvPr id="0" name=""/>
        <dsp:cNvSpPr/>
      </dsp:nvSpPr>
      <dsp:spPr>
        <a:xfrm>
          <a:off x="8453219" y="165211"/>
          <a:ext cx="2470500" cy="867543"/>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a:t>Digital Databases</a:t>
          </a:r>
          <a:endParaRPr lang="en-US" sz="2400" kern="1200"/>
        </a:p>
      </dsp:txBody>
      <dsp:txXfrm>
        <a:off x="8453219" y="165211"/>
        <a:ext cx="2470500" cy="867543"/>
      </dsp:txXfrm>
    </dsp:sp>
    <dsp:sp modelId="{318D8ABE-86F4-4DC1-87BC-3CFCFD56B069}">
      <dsp:nvSpPr>
        <dsp:cNvPr id="0" name=""/>
        <dsp:cNvSpPr/>
      </dsp:nvSpPr>
      <dsp:spPr>
        <a:xfrm>
          <a:off x="8453219" y="1032755"/>
          <a:ext cx="2470500" cy="2994837"/>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Google Scholar</a:t>
          </a:r>
        </a:p>
        <a:p>
          <a:pPr marL="228600" lvl="1" indent="-228600" algn="l" defTabSz="1066800">
            <a:lnSpc>
              <a:spcPct val="90000"/>
            </a:lnSpc>
            <a:spcBef>
              <a:spcPct val="0"/>
            </a:spcBef>
            <a:spcAft>
              <a:spcPct val="15000"/>
            </a:spcAft>
            <a:buChar char="•"/>
          </a:pPr>
          <a:r>
            <a:rPr lang="en-US" sz="2400" kern="1200"/>
            <a:t>IEEE Xplore</a:t>
          </a:r>
        </a:p>
        <a:p>
          <a:pPr marL="228600" lvl="1" indent="-228600" algn="l" defTabSz="1066800">
            <a:lnSpc>
              <a:spcPct val="90000"/>
            </a:lnSpc>
            <a:spcBef>
              <a:spcPct val="0"/>
            </a:spcBef>
            <a:spcAft>
              <a:spcPct val="15000"/>
            </a:spcAft>
            <a:buChar char="•"/>
          </a:pPr>
          <a:r>
            <a:rPr lang="en-US" sz="2400" kern="1200"/>
            <a:t>Scopus / ScienceDirect</a:t>
          </a:r>
        </a:p>
        <a:p>
          <a:pPr marL="228600" lvl="1" indent="-228600" algn="l" defTabSz="1066800">
            <a:lnSpc>
              <a:spcPct val="90000"/>
            </a:lnSpc>
            <a:spcBef>
              <a:spcPct val="0"/>
            </a:spcBef>
            <a:spcAft>
              <a:spcPct val="15000"/>
            </a:spcAft>
            <a:buChar char="•"/>
          </a:pPr>
          <a:r>
            <a:rPr lang="en-US" sz="2400" kern="1200"/>
            <a:t>ResearchGate</a:t>
          </a:r>
        </a:p>
        <a:p>
          <a:pPr marL="228600" lvl="1" indent="-228600" algn="l" defTabSz="1066800">
            <a:lnSpc>
              <a:spcPct val="90000"/>
            </a:lnSpc>
            <a:spcBef>
              <a:spcPct val="0"/>
            </a:spcBef>
            <a:spcAft>
              <a:spcPct val="15000"/>
            </a:spcAft>
            <a:buChar char="•"/>
          </a:pPr>
          <a:r>
            <a:rPr lang="en-US" sz="2400" kern="1200"/>
            <a:t>ProQuest</a:t>
          </a:r>
        </a:p>
        <a:p>
          <a:pPr marL="228600" lvl="1" indent="-228600" algn="l" defTabSz="1066800">
            <a:lnSpc>
              <a:spcPct val="90000"/>
            </a:lnSpc>
            <a:spcBef>
              <a:spcPct val="0"/>
            </a:spcBef>
            <a:spcAft>
              <a:spcPct val="15000"/>
            </a:spcAft>
            <a:buChar char="•"/>
          </a:pPr>
          <a:r>
            <a:rPr lang="en-US" sz="2400" kern="1200"/>
            <a:t>SpringerLink</a:t>
          </a:r>
        </a:p>
      </dsp:txBody>
      <dsp:txXfrm>
        <a:off x="8453219" y="1032755"/>
        <a:ext cx="2470500" cy="29948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7B08F-2713-4751-843D-D74371F179AF}">
      <dsp:nvSpPr>
        <dsp:cNvPr id="0" name=""/>
        <dsp:cNvSpPr/>
      </dsp:nvSpPr>
      <dsp:spPr>
        <a:xfrm>
          <a:off x="0" y="0"/>
          <a:ext cx="3286125" cy="435133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100000"/>
            </a:lnSpc>
            <a:spcBef>
              <a:spcPct val="0"/>
            </a:spcBef>
            <a:spcAft>
              <a:spcPct val="35000"/>
            </a:spcAft>
            <a:buNone/>
          </a:pPr>
          <a:r>
            <a:rPr lang="en-GB" sz="2600" kern="1200"/>
            <a:t>Understanding research on its own terms – testing its viability</a:t>
          </a:r>
          <a:endParaRPr lang="en-US" sz="2600" kern="1200"/>
        </a:p>
      </dsp:txBody>
      <dsp:txXfrm>
        <a:off x="0" y="1653508"/>
        <a:ext cx="3286125" cy="2610802"/>
      </dsp:txXfrm>
    </dsp:sp>
    <dsp:sp modelId="{E14A3C24-65FD-4129-BE58-630385B3B56D}">
      <dsp:nvSpPr>
        <dsp:cNvPr id="0" name=""/>
        <dsp:cNvSpPr/>
      </dsp:nvSpPr>
      <dsp:spPr>
        <a:xfrm>
          <a:off x="990361" y="435133"/>
          <a:ext cx="1305401" cy="130540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81533" y="626305"/>
        <a:ext cx="923057" cy="923057"/>
      </dsp:txXfrm>
    </dsp:sp>
    <dsp:sp modelId="{B51E727B-7F43-4DED-8681-28EA75B3D5B0}">
      <dsp:nvSpPr>
        <dsp:cNvPr id="0" name=""/>
        <dsp:cNvSpPr/>
      </dsp:nvSpPr>
      <dsp:spPr>
        <a:xfrm>
          <a:off x="0" y="4351266"/>
          <a:ext cx="3286125" cy="7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14BEB1-86F1-47FA-BD49-556E02D96D13}">
      <dsp:nvSpPr>
        <dsp:cNvPr id="0" name=""/>
        <dsp:cNvSpPr/>
      </dsp:nvSpPr>
      <dsp:spPr>
        <a:xfrm>
          <a:off x="3614737" y="0"/>
          <a:ext cx="3286125" cy="435133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100000"/>
            </a:lnSpc>
            <a:spcBef>
              <a:spcPct val="0"/>
            </a:spcBef>
            <a:spcAft>
              <a:spcPct val="35000"/>
            </a:spcAft>
            <a:buNone/>
          </a:pPr>
          <a:r>
            <a:rPr lang="en-GB" sz="2600" kern="1200"/>
            <a:t>Understanding research in relation to other arguments</a:t>
          </a:r>
          <a:endParaRPr lang="en-US" sz="2600" kern="1200"/>
        </a:p>
      </dsp:txBody>
      <dsp:txXfrm>
        <a:off x="3614737" y="1653508"/>
        <a:ext cx="3286125" cy="2610802"/>
      </dsp:txXfrm>
    </dsp:sp>
    <dsp:sp modelId="{A31679D5-40F4-4624-8E2B-572AC9B6CCFF}">
      <dsp:nvSpPr>
        <dsp:cNvPr id="0" name=""/>
        <dsp:cNvSpPr/>
      </dsp:nvSpPr>
      <dsp:spPr>
        <a:xfrm>
          <a:off x="4605099" y="435133"/>
          <a:ext cx="1305401" cy="130540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796271" y="626305"/>
        <a:ext cx="923057" cy="923057"/>
      </dsp:txXfrm>
    </dsp:sp>
    <dsp:sp modelId="{85440B49-92AA-4508-8C44-DBD1BEA3D76C}">
      <dsp:nvSpPr>
        <dsp:cNvPr id="0" name=""/>
        <dsp:cNvSpPr/>
      </dsp:nvSpPr>
      <dsp:spPr>
        <a:xfrm>
          <a:off x="3614737" y="4351266"/>
          <a:ext cx="3286125" cy="7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01E40-2599-47B6-B5B4-4D651C772687}">
      <dsp:nvSpPr>
        <dsp:cNvPr id="0" name=""/>
        <dsp:cNvSpPr/>
      </dsp:nvSpPr>
      <dsp:spPr>
        <a:xfrm>
          <a:off x="7229475" y="0"/>
          <a:ext cx="3286125" cy="435133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100000"/>
            </a:lnSpc>
            <a:spcBef>
              <a:spcPct val="0"/>
            </a:spcBef>
            <a:spcAft>
              <a:spcPct val="35000"/>
            </a:spcAft>
            <a:buNone/>
          </a:pPr>
          <a:r>
            <a:rPr lang="en-GB" sz="2600" kern="1200"/>
            <a:t>Critiquing research in relation to what you want to do</a:t>
          </a:r>
          <a:endParaRPr lang="en-US" sz="2600" kern="1200"/>
        </a:p>
      </dsp:txBody>
      <dsp:txXfrm>
        <a:off x="7229475" y="1653508"/>
        <a:ext cx="3286125" cy="2610802"/>
      </dsp:txXfrm>
    </dsp:sp>
    <dsp:sp modelId="{05B9FD04-D9E8-4572-A7F8-A08599EAD36D}">
      <dsp:nvSpPr>
        <dsp:cNvPr id="0" name=""/>
        <dsp:cNvSpPr/>
      </dsp:nvSpPr>
      <dsp:spPr>
        <a:xfrm>
          <a:off x="8219836" y="435133"/>
          <a:ext cx="1305401" cy="1305401"/>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11008" y="626305"/>
        <a:ext cx="923057" cy="923057"/>
      </dsp:txXfrm>
    </dsp:sp>
    <dsp:sp modelId="{0E7BFD5D-9A37-4D76-AEA6-6B205755DE7C}">
      <dsp:nvSpPr>
        <dsp:cNvPr id="0" name=""/>
        <dsp:cNvSpPr/>
      </dsp:nvSpPr>
      <dsp:spPr>
        <a:xfrm>
          <a:off x="7229475" y="4351266"/>
          <a:ext cx="3286125" cy="7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B743C-5D90-46B6-867F-7B228A7354A5}">
      <dsp:nvSpPr>
        <dsp:cNvPr id="0" name=""/>
        <dsp:cNvSpPr/>
      </dsp:nvSpPr>
      <dsp:spPr>
        <a:xfrm>
          <a:off x="2103120" y="1890"/>
          <a:ext cx="8412480" cy="829686"/>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210740" rIns="163225" bIns="210740" numCol="1" spcCol="1270" anchor="ctr" anchorCtr="0">
          <a:noAutofit/>
        </a:bodyPr>
        <a:lstStyle/>
        <a:p>
          <a:pPr marL="0" lvl="0" indent="0" algn="l" defTabSz="889000">
            <a:lnSpc>
              <a:spcPct val="90000"/>
            </a:lnSpc>
            <a:spcBef>
              <a:spcPct val="0"/>
            </a:spcBef>
            <a:spcAft>
              <a:spcPct val="35000"/>
            </a:spcAft>
            <a:buNone/>
          </a:pPr>
          <a:r>
            <a:rPr lang="en-US" sz="2000" kern="1200"/>
            <a:t>Use square brackets for numbers [1], [2], etc.</a:t>
          </a:r>
        </a:p>
      </dsp:txBody>
      <dsp:txXfrm>
        <a:off x="2103120" y="1890"/>
        <a:ext cx="8412480" cy="829686"/>
      </dsp:txXfrm>
    </dsp:sp>
    <dsp:sp modelId="{FB8BE4B8-830F-4200-86B7-40F5D878CA79}">
      <dsp:nvSpPr>
        <dsp:cNvPr id="0" name=""/>
        <dsp:cNvSpPr/>
      </dsp:nvSpPr>
      <dsp:spPr>
        <a:xfrm>
          <a:off x="0" y="1890"/>
          <a:ext cx="2103120" cy="82968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81955" rIns="111290" bIns="81955" numCol="1" spcCol="1270" anchor="ctr" anchorCtr="0">
          <a:noAutofit/>
        </a:bodyPr>
        <a:lstStyle/>
        <a:p>
          <a:pPr marL="0" lvl="0" indent="0" algn="ctr" defTabSz="1111250">
            <a:lnSpc>
              <a:spcPct val="90000"/>
            </a:lnSpc>
            <a:spcBef>
              <a:spcPct val="0"/>
            </a:spcBef>
            <a:spcAft>
              <a:spcPct val="35000"/>
            </a:spcAft>
            <a:buNone/>
          </a:pPr>
          <a:r>
            <a:rPr lang="en-US" sz="2500" kern="1200"/>
            <a:t>Use</a:t>
          </a:r>
        </a:p>
      </dsp:txBody>
      <dsp:txXfrm>
        <a:off x="0" y="1890"/>
        <a:ext cx="2103120" cy="829686"/>
      </dsp:txXfrm>
    </dsp:sp>
    <dsp:sp modelId="{8002271F-65C5-4A88-B166-12957E4C574C}">
      <dsp:nvSpPr>
        <dsp:cNvPr id="0" name=""/>
        <dsp:cNvSpPr/>
      </dsp:nvSpPr>
      <dsp:spPr>
        <a:xfrm>
          <a:off x="2103120" y="881358"/>
          <a:ext cx="8412480" cy="829686"/>
        </a:xfrm>
        <a:prstGeom prst="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210740" rIns="163225" bIns="210740" numCol="1" spcCol="1270" anchor="ctr" anchorCtr="0">
          <a:noAutofit/>
        </a:bodyPr>
        <a:lstStyle/>
        <a:p>
          <a:pPr marL="0" lvl="0" indent="0" algn="l" defTabSz="889000">
            <a:lnSpc>
              <a:spcPct val="90000"/>
            </a:lnSpc>
            <a:spcBef>
              <a:spcPct val="0"/>
            </a:spcBef>
            <a:spcAft>
              <a:spcPct val="35000"/>
            </a:spcAft>
            <a:buNone/>
          </a:pPr>
          <a:r>
            <a:rPr lang="en-US" sz="2000" kern="1200"/>
            <a:t>Reference numbers appear inside punctuation, e.g., “...systems [4].”</a:t>
          </a:r>
        </a:p>
      </dsp:txBody>
      <dsp:txXfrm>
        <a:off x="2103120" y="881358"/>
        <a:ext cx="8412480" cy="829686"/>
      </dsp:txXfrm>
    </dsp:sp>
    <dsp:sp modelId="{640BE351-83C6-4B98-B8BB-F75A750EAEAA}">
      <dsp:nvSpPr>
        <dsp:cNvPr id="0" name=""/>
        <dsp:cNvSpPr/>
      </dsp:nvSpPr>
      <dsp:spPr>
        <a:xfrm>
          <a:off x="0" y="881358"/>
          <a:ext cx="2103120" cy="829686"/>
        </a:xfrm>
        <a:prstGeom prst="rect">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81955" rIns="111290" bIns="81955" numCol="1" spcCol="1270" anchor="ctr" anchorCtr="0">
          <a:noAutofit/>
        </a:bodyPr>
        <a:lstStyle/>
        <a:p>
          <a:pPr marL="0" lvl="0" indent="0" algn="ctr" defTabSz="1111250">
            <a:lnSpc>
              <a:spcPct val="90000"/>
            </a:lnSpc>
            <a:spcBef>
              <a:spcPct val="0"/>
            </a:spcBef>
            <a:spcAft>
              <a:spcPct val="35000"/>
            </a:spcAft>
            <a:buNone/>
          </a:pPr>
          <a:r>
            <a:rPr lang="en-US" sz="2500" kern="1200"/>
            <a:t>Reference</a:t>
          </a:r>
        </a:p>
      </dsp:txBody>
      <dsp:txXfrm>
        <a:off x="0" y="881358"/>
        <a:ext cx="2103120" cy="829686"/>
      </dsp:txXfrm>
    </dsp:sp>
    <dsp:sp modelId="{BA922A0D-3B87-48D9-8E46-22D69D5C6619}">
      <dsp:nvSpPr>
        <dsp:cNvPr id="0" name=""/>
        <dsp:cNvSpPr/>
      </dsp:nvSpPr>
      <dsp:spPr>
        <a:xfrm>
          <a:off x="2103120" y="1760825"/>
          <a:ext cx="8412480" cy="829686"/>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210740" rIns="163225" bIns="210740" numCol="1" spcCol="1270" anchor="ctr" anchorCtr="0">
          <a:noAutofit/>
        </a:bodyPr>
        <a:lstStyle/>
        <a:p>
          <a:pPr marL="0" lvl="0" indent="0" algn="l" defTabSz="889000">
            <a:lnSpc>
              <a:spcPct val="90000"/>
            </a:lnSpc>
            <a:spcBef>
              <a:spcPct val="0"/>
            </a:spcBef>
            <a:spcAft>
              <a:spcPct val="35000"/>
            </a:spcAft>
            <a:buNone/>
          </a:pPr>
          <a:r>
            <a:rPr lang="en-US" sz="2000" kern="1200"/>
            <a:t>List references in the order of appearance, not alphabetically.</a:t>
          </a:r>
        </a:p>
      </dsp:txBody>
      <dsp:txXfrm>
        <a:off x="2103120" y="1760825"/>
        <a:ext cx="8412480" cy="829686"/>
      </dsp:txXfrm>
    </dsp:sp>
    <dsp:sp modelId="{619D938A-04D9-4BEB-A6BF-8A5125C6C4A7}">
      <dsp:nvSpPr>
        <dsp:cNvPr id="0" name=""/>
        <dsp:cNvSpPr/>
      </dsp:nvSpPr>
      <dsp:spPr>
        <a:xfrm>
          <a:off x="0" y="1760825"/>
          <a:ext cx="2103120" cy="829686"/>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81955" rIns="111290" bIns="81955" numCol="1" spcCol="1270" anchor="ctr" anchorCtr="0">
          <a:noAutofit/>
        </a:bodyPr>
        <a:lstStyle/>
        <a:p>
          <a:pPr marL="0" lvl="0" indent="0" algn="ctr" defTabSz="1111250">
            <a:lnSpc>
              <a:spcPct val="90000"/>
            </a:lnSpc>
            <a:spcBef>
              <a:spcPct val="0"/>
            </a:spcBef>
            <a:spcAft>
              <a:spcPct val="35000"/>
            </a:spcAft>
            <a:buNone/>
          </a:pPr>
          <a:r>
            <a:rPr lang="en-US" sz="2500" kern="1200"/>
            <a:t>List</a:t>
          </a:r>
        </a:p>
      </dsp:txBody>
      <dsp:txXfrm>
        <a:off x="0" y="1760825"/>
        <a:ext cx="2103120" cy="829686"/>
      </dsp:txXfrm>
    </dsp:sp>
    <dsp:sp modelId="{3A753B83-D85D-4A36-A834-A590BB8425D0}">
      <dsp:nvSpPr>
        <dsp:cNvPr id="0" name=""/>
        <dsp:cNvSpPr/>
      </dsp:nvSpPr>
      <dsp:spPr>
        <a:xfrm>
          <a:off x="2103120" y="2640293"/>
          <a:ext cx="8412480" cy="829686"/>
        </a:xfrm>
        <a:prstGeom prst="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210740" rIns="163225" bIns="210740" numCol="1" spcCol="1270" anchor="ctr" anchorCtr="0">
          <a:noAutofit/>
        </a:bodyPr>
        <a:lstStyle/>
        <a:p>
          <a:pPr marL="0" lvl="0" indent="0" algn="l" defTabSz="889000">
            <a:lnSpc>
              <a:spcPct val="90000"/>
            </a:lnSpc>
            <a:spcBef>
              <a:spcPct val="0"/>
            </a:spcBef>
            <a:spcAft>
              <a:spcPct val="35000"/>
            </a:spcAft>
            <a:buNone/>
          </a:pPr>
          <a:r>
            <a:rPr lang="en-US" sz="2000" kern="1200"/>
            <a:t>Do not repeat a reference with a new number — reuse the original number.</a:t>
          </a:r>
        </a:p>
      </dsp:txBody>
      <dsp:txXfrm>
        <a:off x="2103120" y="2640293"/>
        <a:ext cx="8412480" cy="829686"/>
      </dsp:txXfrm>
    </dsp:sp>
    <dsp:sp modelId="{73ADC6C2-6BF5-4D9B-8308-86F727EF2011}">
      <dsp:nvSpPr>
        <dsp:cNvPr id="0" name=""/>
        <dsp:cNvSpPr/>
      </dsp:nvSpPr>
      <dsp:spPr>
        <a:xfrm>
          <a:off x="0" y="2640293"/>
          <a:ext cx="2103120" cy="829686"/>
        </a:xfrm>
        <a:prstGeom prst="rect">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81955" rIns="111290" bIns="81955" numCol="1" spcCol="1270" anchor="ctr" anchorCtr="0">
          <a:noAutofit/>
        </a:bodyPr>
        <a:lstStyle/>
        <a:p>
          <a:pPr marL="0" lvl="0" indent="0" algn="ctr" defTabSz="1111250">
            <a:lnSpc>
              <a:spcPct val="90000"/>
            </a:lnSpc>
            <a:spcBef>
              <a:spcPct val="0"/>
            </a:spcBef>
            <a:spcAft>
              <a:spcPct val="35000"/>
            </a:spcAft>
            <a:buNone/>
          </a:pPr>
          <a:r>
            <a:rPr lang="en-US" sz="2500" kern="1200"/>
            <a:t>Do not repeat</a:t>
          </a:r>
        </a:p>
      </dsp:txBody>
      <dsp:txXfrm>
        <a:off x="0" y="2640293"/>
        <a:ext cx="2103120" cy="829686"/>
      </dsp:txXfrm>
    </dsp:sp>
    <dsp:sp modelId="{214B984E-6BEB-4D47-94BD-71847941B0C7}">
      <dsp:nvSpPr>
        <dsp:cNvPr id="0" name=""/>
        <dsp:cNvSpPr/>
      </dsp:nvSpPr>
      <dsp:spPr>
        <a:xfrm>
          <a:off x="2103120" y="3519760"/>
          <a:ext cx="8412480" cy="829686"/>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210740" rIns="163225" bIns="210740" numCol="1" spcCol="1270" anchor="ctr" anchorCtr="0">
          <a:noAutofit/>
        </a:bodyPr>
        <a:lstStyle/>
        <a:p>
          <a:pPr marL="0" lvl="0" indent="0" algn="l" defTabSz="889000">
            <a:lnSpc>
              <a:spcPct val="90000"/>
            </a:lnSpc>
            <a:spcBef>
              <a:spcPct val="0"/>
            </a:spcBef>
            <a:spcAft>
              <a:spcPct val="35000"/>
            </a:spcAft>
            <a:buNone/>
          </a:pPr>
          <a:r>
            <a:rPr lang="en-US" sz="2000" kern="1200"/>
            <a:t>Include up to six authors; for more, list the first author followed by et al.</a:t>
          </a:r>
        </a:p>
      </dsp:txBody>
      <dsp:txXfrm>
        <a:off x="2103120" y="3519760"/>
        <a:ext cx="8412480" cy="829686"/>
      </dsp:txXfrm>
    </dsp:sp>
    <dsp:sp modelId="{B4A5FB9C-2571-443C-9468-9ECACD8CB07E}">
      <dsp:nvSpPr>
        <dsp:cNvPr id="0" name=""/>
        <dsp:cNvSpPr/>
      </dsp:nvSpPr>
      <dsp:spPr>
        <a:xfrm>
          <a:off x="0" y="3519760"/>
          <a:ext cx="2103120" cy="829686"/>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81955" rIns="111290" bIns="81955" numCol="1" spcCol="1270" anchor="ctr" anchorCtr="0">
          <a:noAutofit/>
        </a:bodyPr>
        <a:lstStyle/>
        <a:p>
          <a:pPr marL="0" lvl="0" indent="0" algn="ctr" defTabSz="1111250">
            <a:lnSpc>
              <a:spcPct val="90000"/>
            </a:lnSpc>
            <a:spcBef>
              <a:spcPct val="0"/>
            </a:spcBef>
            <a:spcAft>
              <a:spcPct val="35000"/>
            </a:spcAft>
            <a:buNone/>
          </a:pPr>
          <a:r>
            <a:rPr lang="en-US" sz="2500" kern="1200"/>
            <a:t>Include up</a:t>
          </a:r>
        </a:p>
      </dsp:txBody>
      <dsp:txXfrm>
        <a:off x="0" y="3519760"/>
        <a:ext cx="2103120" cy="82968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2D3E8-92CD-4F98-AA67-F9BC0BE1A4D9}">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1A922D-F5A7-4533-BD93-6FDA120DBE59}">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928E6E-35D8-4DED-AD52-2C47CC6B542B}">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Who are the key players in my field? This could be anything from academics, professionals, governing bodies, schools of thought etc. (Sources!)</a:t>
          </a:r>
          <a:endParaRPr lang="en-US" sz="1800" kern="1200"/>
        </a:p>
      </dsp:txBody>
      <dsp:txXfrm>
        <a:off x="836323" y="3399"/>
        <a:ext cx="9679276" cy="724089"/>
      </dsp:txXfrm>
    </dsp:sp>
    <dsp:sp modelId="{B1622C90-BB57-4A08-A2C7-E044642FB3D5}">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2F7AFE-21F1-4D57-B8A0-44270FB188AC}">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0F1B41-2741-49F9-9C5F-67A6C1EAF54C}">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What are the main ideas/debates in my field?</a:t>
          </a:r>
          <a:endParaRPr lang="en-US" sz="1800" kern="1200"/>
        </a:p>
      </dsp:txBody>
      <dsp:txXfrm>
        <a:off x="836323" y="908511"/>
        <a:ext cx="9679276" cy="724089"/>
      </dsp:txXfrm>
    </dsp:sp>
    <dsp:sp modelId="{FD27D273-A365-44E5-8378-95024905768B}">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7F561-A226-4DFD-AA84-8B6D000CC4A4}">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17515-E2BF-431B-99A5-94665DC96E8C}">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How have these ideas changed over time?</a:t>
          </a:r>
          <a:endParaRPr lang="en-US" sz="1800" kern="1200"/>
        </a:p>
      </dsp:txBody>
      <dsp:txXfrm>
        <a:off x="836323" y="1813624"/>
        <a:ext cx="9679276" cy="724089"/>
      </dsp:txXfrm>
    </dsp:sp>
    <dsp:sp modelId="{BFC23354-7CB6-4E5F-B9E6-B62975C7F836}">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6DCA72-803A-44A7-B1E5-DBDC18A92587}">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C39FE5-5741-4B1A-B76F-3E5AF3053498}">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What are some of the problems with these ideas/debates? Is there a problem with the methodology?</a:t>
          </a:r>
          <a:endParaRPr lang="en-US" sz="1800" kern="1200"/>
        </a:p>
      </dsp:txBody>
      <dsp:txXfrm>
        <a:off x="836323" y="2718736"/>
        <a:ext cx="9679276" cy="724089"/>
      </dsp:txXfrm>
    </dsp:sp>
    <dsp:sp modelId="{2B431BEE-20AF-4885-BFD7-47E9F781B25C}">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2F7FA0-99F7-43D1-8DEB-C66FF591E417}">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3EBAA7-12F2-4D3B-933D-851A25509870}">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What are you going to do differently?</a:t>
          </a:r>
          <a:endParaRPr lang="en-US" sz="1800" kern="1200"/>
        </a:p>
      </dsp:txBody>
      <dsp:txXfrm>
        <a:off x="836323" y="3623848"/>
        <a:ext cx="9679276" cy="7240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60320D-FA5A-46C0-9D84-B961FEDB1DC7}">
      <dsp:nvSpPr>
        <dsp:cNvPr id="0" name=""/>
        <dsp:cNvSpPr/>
      </dsp:nvSpPr>
      <dsp:spPr>
        <a:xfrm>
          <a:off x="0" y="212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288C43-8D7C-44C6-B59A-FC4ED73C9FCB}">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Quotations</a:t>
          </a:r>
          <a:r>
            <a:rPr lang="en-US" sz="2200" kern="1200"/>
            <a:t> must be identical to the original, using a narrow segment of the source. They must match the source document word for word and must be attributed to the original author.</a:t>
          </a:r>
        </a:p>
      </dsp:txBody>
      <dsp:txXfrm>
        <a:off x="0" y="2124"/>
        <a:ext cx="10515600" cy="1449029"/>
      </dsp:txXfrm>
    </dsp:sp>
    <dsp:sp modelId="{EB84C0DA-AEFC-44FB-8292-0718DDF4D1FA}">
      <dsp:nvSpPr>
        <dsp:cNvPr id="0" name=""/>
        <dsp:cNvSpPr/>
      </dsp:nvSpPr>
      <dsp:spPr>
        <a:xfrm>
          <a:off x="0" y="145115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BAD53E-4C4A-46EC-B71A-C95F2D830132}">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Paraphrasing</a:t>
          </a:r>
          <a:r>
            <a:rPr lang="en-US" sz="2200" kern="1200"/>
            <a:t> involves putting a passage from source material into your own words. A paraphrase must also be attributed to the original source. Paraphrased material is usually shorter than the original passage, taking a somewhat broader segment of the source and condensing it slightly.</a:t>
          </a:r>
        </a:p>
      </dsp:txBody>
      <dsp:txXfrm>
        <a:off x="0" y="1451154"/>
        <a:ext cx="10515600" cy="1449029"/>
      </dsp:txXfrm>
    </dsp:sp>
    <dsp:sp modelId="{2986D3E9-85C4-42F2-BF47-134B6E864F80}">
      <dsp:nvSpPr>
        <dsp:cNvPr id="0" name=""/>
        <dsp:cNvSpPr/>
      </dsp:nvSpPr>
      <dsp:spPr>
        <a:xfrm>
          <a:off x="0" y="290018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D000FE-988E-4F52-A954-86A07BD529B2}">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Summarizing</a:t>
          </a:r>
          <a:r>
            <a:rPr lang="en-US" sz="2200" kern="1200"/>
            <a:t> involves putting the main idea(s) into your own words, including only the main point(s). Once again, it is necessary to attribute summarized ideas to the original source. Summaries are significantly shorter than the original and take a broad overview of the source material.</a:t>
          </a:r>
        </a:p>
      </dsp:txBody>
      <dsp:txXfrm>
        <a:off x="0" y="2900183"/>
        <a:ext cx="10515600" cy="144902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937C3C-BB47-4C5C-8BBF-1A085B61C213}"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D43E35-646B-4A9A-81E9-C1A4E8C5B5EB}" type="slidenum">
              <a:rPr lang="en-US" smtClean="0"/>
              <a:t>‹#›</a:t>
            </a:fld>
            <a:endParaRPr lang="en-US"/>
          </a:p>
        </p:txBody>
      </p:sp>
    </p:spTree>
    <p:extLst>
      <p:ext uri="{BB962C8B-B14F-4D97-AF65-F5344CB8AC3E}">
        <p14:creationId xmlns:p14="http://schemas.microsoft.com/office/powerpoint/2010/main" val="3655499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run this as an exercise, you can read out (or get them to read in groups) a text and ask them to shout out a relevant question as you go, indicating where</a:t>
            </a:r>
            <a:r>
              <a:rPr lang="en-GB" baseline="0" dirty="0"/>
              <a:t> they find it problematic, either in terms of its validity or the level of explanation it provides. </a:t>
            </a:r>
            <a:endParaRPr lang="en-GB" dirty="0"/>
          </a:p>
        </p:txBody>
      </p:sp>
      <p:sp>
        <p:nvSpPr>
          <p:cNvPr id="4" name="Slide Number Placeholder 3"/>
          <p:cNvSpPr>
            <a:spLocks noGrp="1"/>
          </p:cNvSpPr>
          <p:nvPr>
            <p:ph type="sldNum" sz="quarter" idx="10"/>
          </p:nvPr>
        </p:nvSpPr>
        <p:spPr/>
        <p:txBody>
          <a:bodyPr/>
          <a:lstStyle/>
          <a:p>
            <a:fld id="{9A740837-779E-4BE0-834A-69DA6342FC45}" type="slidenum">
              <a:rPr lang="en-GB" smtClean="0"/>
              <a:t>18</a:t>
            </a:fld>
            <a:endParaRPr lang="en-GB"/>
          </a:p>
        </p:txBody>
      </p:sp>
    </p:spTree>
    <p:extLst>
      <p:ext uri="{BB962C8B-B14F-4D97-AF65-F5344CB8AC3E}">
        <p14:creationId xmlns:p14="http://schemas.microsoft.com/office/powerpoint/2010/main" val="3171998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D43E35-646B-4A9A-81E9-C1A4E8C5B5EB}" type="slidenum">
              <a:rPr lang="en-US" smtClean="0"/>
              <a:t>34</a:t>
            </a:fld>
            <a:endParaRPr lang="en-US"/>
          </a:p>
        </p:txBody>
      </p:sp>
    </p:spTree>
    <p:extLst>
      <p:ext uri="{BB962C8B-B14F-4D97-AF65-F5344CB8AC3E}">
        <p14:creationId xmlns:p14="http://schemas.microsoft.com/office/powerpoint/2010/main" val="1324589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42</a:t>
            </a:fld>
            <a:endParaRPr lang="en-US" dirty="0"/>
          </a:p>
        </p:txBody>
      </p:sp>
    </p:spTree>
    <p:extLst>
      <p:ext uri="{BB962C8B-B14F-4D97-AF65-F5344CB8AC3E}">
        <p14:creationId xmlns:p14="http://schemas.microsoft.com/office/powerpoint/2010/main" val="4192102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7FF2B-A856-4E06-ECA6-6D1751EF70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A85B4F-697F-E9E6-EF6E-2F75463628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A6EB58-48F3-A290-3EE5-AB1394E82864}"/>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5" name="Footer Placeholder 4">
            <a:extLst>
              <a:ext uri="{FF2B5EF4-FFF2-40B4-BE49-F238E27FC236}">
                <a16:creationId xmlns:a16="http://schemas.microsoft.com/office/drawing/2014/main" id="{42B9DE59-60A5-4989-78E8-0D57438A5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9B9001-9191-4F4E-2228-A42AF0276043}"/>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2880724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4E40-7B77-295E-4B32-520AE65429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E4C558-B3C2-56AD-54E1-44F5E37A0E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ED077-AC9E-C559-29F4-027B50F22433}"/>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5" name="Footer Placeholder 4">
            <a:extLst>
              <a:ext uri="{FF2B5EF4-FFF2-40B4-BE49-F238E27FC236}">
                <a16:creationId xmlns:a16="http://schemas.microsoft.com/office/drawing/2014/main" id="{69AA05A0-9967-A403-9D02-6FD112BC5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8FC2B-DC10-6FC8-251D-16D2895F8B6E}"/>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43585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13A01-5859-6102-996E-1AC284B0EE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DE62C6-3672-6409-C5BA-DA24BE7AF5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042380-F01C-5D83-04DC-CE66D892527C}"/>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5" name="Footer Placeholder 4">
            <a:extLst>
              <a:ext uri="{FF2B5EF4-FFF2-40B4-BE49-F238E27FC236}">
                <a16:creationId xmlns:a16="http://schemas.microsoft.com/office/drawing/2014/main" id="{5FC72586-66A3-A0DB-BF66-FA618B4666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F46B3D-8EB9-1596-0B0B-9539D6728FF5}"/>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2582246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5FF02-34AB-4843-3A1D-781FDEDB0C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C916E9-E5C9-89EC-BD40-6835EB9E08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65F956-8CE2-D61C-24F6-C254D83D01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375028-72D4-5F8A-ED41-7BE7711FFF47}"/>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6" name="Footer Placeholder 5">
            <a:extLst>
              <a:ext uri="{FF2B5EF4-FFF2-40B4-BE49-F238E27FC236}">
                <a16:creationId xmlns:a16="http://schemas.microsoft.com/office/drawing/2014/main" id="{E3F6240E-B6C6-1DCC-1EE5-4915816B59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807D00-F2E9-A0C4-9428-3B01D3B891B3}"/>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585559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C0337-F4EE-5AFE-EAC5-D16C628337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339E24-0E9A-B407-10CB-B0EF6D3B53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78B3E9-8934-4D32-0D42-EDB9701840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A2F789-B7E5-77EE-CC91-01157FAA5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69EBD9-54B7-87FA-FC9F-485F7AD61D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462EAA-C627-7099-F515-969D40F67426}"/>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8" name="Footer Placeholder 7">
            <a:extLst>
              <a:ext uri="{FF2B5EF4-FFF2-40B4-BE49-F238E27FC236}">
                <a16:creationId xmlns:a16="http://schemas.microsoft.com/office/drawing/2014/main" id="{207620EF-3243-839D-D54E-345B8286ED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9EE6BC-D6D8-AC4B-A5FC-84B4F00D832A}"/>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206605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9DCB6-CF0A-9EE0-881D-78FEEF698E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FE735D-94F4-40FA-9192-F9B5792D8E86}"/>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4" name="Footer Placeholder 3">
            <a:extLst>
              <a:ext uri="{FF2B5EF4-FFF2-40B4-BE49-F238E27FC236}">
                <a16:creationId xmlns:a16="http://schemas.microsoft.com/office/drawing/2014/main" id="{EB08C904-9927-47C1-751E-9DCDBB712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AC65D7-FEF6-9E89-0358-6CA9242BB423}"/>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1081741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6B913E-CCD5-FC72-907D-B3D2A1D43A8D}"/>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3" name="Footer Placeholder 2">
            <a:extLst>
              <a:ext uri="{FF2B5EF4-FFF2-40B4-BE49-F238E27FC236}">
                <a16:creationId xmlns:a16="http://schemas.microsoft.com/office/drawing/2014/main" id="{AD31104D-2B35-1AFD-B512-7C7C7A84EA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00F03F-5C02-7D36-4F78-7CDE79C9C85A}"/>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2784200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CC333-F74A-0D16-2398-A1E7C36CB5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89EE0F-D7F8-3F3F-1C40-2672D3423D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29088E-C6C7-E9DD-CD22-0F8BA477A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9D2D44-8FE6-2693-69CE-C67669217BAD}"/>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6" name="Footer Placeholder 5">
            <a:extLst>
              <a:ext uri="{FF2B5EF4-FFF2-40B4-BE49-F238E27FC236}">
                <a16:creationId xmlns:a16="http://schemas.microsoft.com/office/drawing/2014/main" id="{1564DC98-1E7C-6A81-4F73-3B1DF38A3A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F87DA2-034F-4B2F-F457-C1AF18498DF2}"/>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1599925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1120C-BCB2-7BB0-CE1C-B93A0C174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FB5D97-6FD0-ECE6-8718-4A4EA1BE00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F43803-6014-E10C-A870-1276F48D1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CEE82-7BEA-941C-AB09-8F46284FAA1E}"/>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6" name="Footer Placeholder 5">
            <a:extLst>
              <a:ext uri="{FF2B5EF4-FFF2-40B4-BE49-F238E27FC236}">
                <a16:creationId xmlns:a16="http://schemas.microsoft.com/office/drawing/2014/main" id="{556497F4-8F39-7017-7C4B-2D7D4DD4BB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4A1D52-14D4-6CBB-0D48-1FB985233D8A}"/>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4283942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9CB2F-E28B-4789-060E-20C9DFE141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795F45-09DF-1089-7BDB-C5743D2F49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3F7B91-CEAB-6729-4BD9-1204B8349C27}"/>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5" name="Footer Placeholder 4">
            <a:extLst>
              <a:ext uri="{FF2B5EF4-FFF2-40B4-BE49-F238E27FC236}">
                <a16:creationId xmlns:a16="http://schemas.microsoft.com/office/drawing/2014/main" id="{58D89ADB-547C-B6CA-E902-EB3BE08B9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48595-B246-07C8-F4EB-D27F44B16352}"/>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344127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4A43B-746F-4EC2-8700-1552EAFCC1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007A87-971E-C57E-69D8-C34B8E47A8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7F6B4-27ED-C874-44B9-901F23D8E257}"/>
              </a:ext>
            </a:extLst>
          </p:cNvPr>
          <p:cNvSpPr>
            <a:spLocks noGrp="1"/>
          </p:cNvSpPr>
          <p:nvPr>
            <p:ph type="dt" sz="half" idx="10"/>
          </p:nvPr>
        </p:nvSpPr>
        <p:spPr/>
        <p:txBody>
          <a:bodyPr/>
          <a:lstStyle/>
          <a:p>
            <a:fld id="{6573C1AF-B708-4603-9C18-E6D918FCEA42}" type="datetimeFigureOut">
              <a:rPr lang="en-US" smtClean="0"/>
              <a:t>10/12/2025</a:t>
            </a:fld>
            <a:endParaRPr lang="en-US"/>
          </a:p>
        </p:txBody>
      </p:sp>
      <p:sp>
        <p:nvSpPr>
          <p:cNvPr id="5" name="Footer Placeholder 4">
            <a:extLst>
              <a:ext uri="{FF2B5EF4-FFF2-40B4-BE49-F238E27FC236}">
                <a16:creationId xmlns:a16="http://schemas.microsoft.com/office/drawing/2014/main" id="{673C3497-C6E7-64A7-29D9-5AD8E52064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6A4BE-7358-ABCA-BF8B-AD6B21AB1FC9}"/>
              </a:ext>
            </a:extLst>
          </p:cNvPr>
          <p:cNvSpPr>
            <a:spLocks noGrp="1"/>
          </p:cNvSpPr>
          <p:nvPr>
            <p:ph type="sldNum" sz="quarter" idx="12"/>
          </p:nvPr>
        </p:nvSpPr>
        <p:spPr/>
        <p:txBody>
          <a:bodyPr/>
          <a:lstStyle/>
          <a:p>
            <a:fld id="{836604FE-866E-4F46-9F6B-34CACEDC0DF0}" type="slidenum">
              <a:rPr lang="en-US" smtClean="0"/>
              <a:t>‹#›</a:t>
            </a:fld>
            <a:endParaRPr lang="en-US"/>
          </a:p>
        </p:txBody>
      </p:sp>
    </p:spTree>
    <p:extLst>
      <p:ext uri="{BB962C8B-B14F-4D97-AF65-F5344CB8AC3E}">
        <p14:creationId xmlns:p14="http://schemas.microsoft.com/office/powerpoint/2010/main" val="2797592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3CC10-D637-91F8-B8F9-90E8A91F50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0C68D8-F11F-4729-A3F5-B7C1301DB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01570C-F7A3-A214-7120-4DD3ACA5B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73C1AF-B708-4603-9C18-E6D918FCEA42}" type="datetimeFigureOut">
              <a:rPr lang="en-US" smtClean="0"/>
              <a:t>10/12/2025</a:t>
            </a:fld>
            <a:endParaRPr lang="en-US"/>
          </a:p>
        </p:txBody>
      </p:sp>
      <p:sp>
        <p:nvSpPr>
          <p:cNvPr id="5" name="Footer Placeholder 4">
            <a:extLst>
              <a:ext uri="{FF2B5EF4-FFF2-40B4-BE49-F238E27FC236}">
                <a16:creationId xmlns:a16="http://schemas.microsoft.com/office/drawing/2014/main" id="{519AF1A2-15A3-6E4A-3B52-38F92A3467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06E0A9-ED4F-3CE0-C779-1CD64B09ED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6604FE-866E-4F46-9F6B-34CACEDC0DF0}" type="slidenum">
              <a:rPr lang="en-US" smtClean="0"/>
              <a:t>‹#›</a:t>
            </a:fld>
            <a:endParaRPr lang="en-US"/>
          </a:p>
        </p:txBody>
      </p:sp>
    </p:spTree>
    <p:extLst>
      <p:ext uri="{BB962C8B-B14F-4D97-AF65-F5344CB8AC3E}">
        <p14:creationId xmlns:p14="http://schemas.microsoft.com/office/powerpoint/2010/main" val="2972565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2" Type="http://schemas.openxmlformats.org/officeDocument/2006/relationships/hyperlink" Target="https://www.ieee.or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hyperlink" Target="https://www.ieee.org/"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scholar.google.com/"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mendeley.com/guides/harvard-citation-guide"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96E3A32-F647-4931-AA5D-104698F6CD21}"/>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a:solidFill>
                  <a:srgbClr val="FFFFFF"/>
                </a:solidFill>
                <a:latin typeface="+mj-lt"/>
                <a:ea typeface="+mj-ea"/>
                <a:cs typeface="+mj-cs"/>
              </a:rPr>
              <a:t>Conducting a Literature Review</a:t>
            </a:r>
          </a:p>
        </p:txBody>
      </p:sp>
      <p:sp>
        <p:nvSpPr>
          <p:cNvPr id="3" name="Text Placeholder 2">
            <a:extLst>
              <a:ext uri="{FF2B5EF4-FFF2-40B4-BE49-F238E27FC236}">
                <a16:creationId xmlns:a16="http://schemas.microsoft.com/office/drawing/2014/main" id="{A668096C-E025-15E6-F084-59A422C7E187}"/>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r>
              <a:rPr lang="en-US" kern="1200">
                <a:solidFill>
                  <a:schemeClr val="tx1"/>
                </a:solidFill>
                <a:latin typeface="+mn-lt"/>
                <a:ea typeface="+mn-ea"/>
                <a:cs typeface="+mn-cs"/>
              </a:rPr>
              <a:t>Dulanjali Wijesekara</a:t>
            </a:r>
          </a:p>
          <a:p>
            <a:r>
              <a:rPr lang="en-US" kern="1200">
                <a:solidFill>
                  <a:schemeClr val="tx1"/>
                </a:solidFill>
                <a:latin typeface="+mn-lt"/>
                <a:ea typeface="+mn-ea"/>
                <a:cs typeface="+mn-cs"/>
              </a:rPr>
              <a:t>Department of Computer and Data Science</a:t>
            </a:r>
          </a:p>
          <a:p>
            <a:r>
              <a:rPr lang="en-US" kern="1200">
                <a:solidFill>
                  <a:schemeClr val="tx1"/>
                </a:solidFill>
                <a:latin typeface="+mn-lt"/>
                <a:ea typeface="+mn-ea"/>
                <a:cs typeface="+mn-cs"/>
              </a:rPr>
              <a:t>Faculty of Computing</a:t>
            </a:r>
          </a:p>
        </p:txBody>
      </p:sp>
    </p:spTree>
    <p:extLst>
      <p:ext uri="{BB962C8B-B14F-4D97-AF65-F5344CB8AC3E}">
        <p14:creationId xmlns:p14="http://schemas.microsoft.com/office/powerpoint/2010/main" val="1552049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A58F67-0090-B29F-40A5-FA4CD5C5A18C}"/>
              </a:ext>
            </a:extLst>
          </p:cNvPr>
          <p:cNvSpPr>
            <a:spLocks noGrp="1"/>
          </p:cNvSpPr>
          <p:nvPr>
            <p:ph type="title"/>
          </p:nvPr>
        </p:nvSpPr>
        <p:spPr>
          <a:xfrm>
            <a:off x="1115568" y="548640"/>
            <a:ext cx="10168128" cy="1179576"/>
          </a:xfrm>
        </p:spPr>
        <p:txBody>
          <a:bodyPr>
            <a:normAutofit/>
          </a:bodyPr>
          <a:lstStyle/>
          <a:p>
            <a:r>
              <a:rPr lang="en-US" sz="4000"/>
              <a:t>Learning Outcomes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695F4F6-1883-2C46-6A02-9594EE2B0DF3}"/>
              </a:ext>
            </a:extLst>
          </p:cNvPr>
          <p:cNvSpPr>
            <a:spLocks noGrp="1"/>
          </p:cNvSpPr>
          <p:nvPr>
            <p:ph idx="1"/>
          </p:nvPr>
        </p:nvSpPr>
        <p:spPr>
          <a:xfrm>
            <a:off x="1115568" y="2481943"/>
            <a:ext cx="10168128" cy="3695020"/>
          </a:xfrm>
        </p:spPr>
        <p:txBody>
          <a:bodyPr>
            <a:normAutofit/>
          </a:bodyPr>
          <a:lstStyle/>
          <a:p>
            <a:pPr marL="0" indent="0">
              <a:buNone/>
            </a:pPr>
            <a:r>
              <a:rPr lang="en-US" sz="2200"/>
              <a:t>By the end of this session, students will be able to:</a:t>
            </a:r>
          </a:p>
          <a:p>
            <a:r>
              <a:rPr lang="en-US" sz="2200"/>
              <a:t>Explain the purpose and role of a literature review in research.</a:t>
            </a:r>
          </a:p>
          <a:p>
            <a:r>
              <a:rPr lang="en-US" sz="2200"/>
              <a:t>Identify and evaluate different sources of literature.</a:t>
            </a:r>
          </a:p>
          <a:p>
            <a:r>
              <a:rPr lang="en-US" sz="2200"/>
              <a:t>Critically read and synthesize information from multiple sources.</a:t>
            </a:r>
          </a:p>
          <a:p>
            <a:r>
              <a:rPr lang="en-US" sz="2200"/>
              <a:t>Develop a structured literature review chapter aligned with research objectives.</a:t>
            </a:r>
          </a:p>
          <a:p>
            <a:r>
              <a:rPr lang="en-US" sz="2200"/>
              <a:t>Apply Harvard referencing conventions for citation and referencing.</a:t>
            </a:r>
          </a:p>
          <a:p>
            <a:endParaRPr lang="en-US" sz="2200"/>
          </a:p>
        </p:txBody>
      </p:sp>
    </p:spTree>
    <p:extLst>
      <p:ext uri="{BB962C8B-B14F-4D97-AF65-F5344CB8AC3E}">
        <p14:creationId xmlns:p14="http://schemas.microsoft.com/office/powerpoint/2010/main" val="1624321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911B6-FF56-4242-801A-B105C588B5F2}"/>
              </a:ext>
            </a:extLst>
          </p:cNvPr>
          <p:cNvSpPr>
            <a:spLocks noGrp="1"/>
          </p:cNvSpPr>
          <p:nvPr>
            <p:ph type="title"/>
          </p:nvPr>
        </p:nvSpPr>
        <p:spPr>
          <a:xfrm>
            <a:off x="228600" y="272360"/>
            <a:ext cx="10515600" cy="1325563"/>
          </a:xfrm>
        </p:spPr>
        <p:txBody>
          <a:bodyPr>
            <a:normAutofit/>
          </a:bodyPr>
          <a:lstStyle/>
          <a:p>
            <a:r>
              <a:rPr lang="en-US" sz="6000" b="1" dirty="0"/>
              <a:t>Exercise: (15 mins)</a:t>
            </a:r>
          </a:p>
        </p:txBody>
      </p:sp>
      <p:sp>
        <p:nvSpPr>
          <p:cNvPr id="3" name="TextBox 2">
            <a:extLst>
              <a:ext uri="{FF2B5EF4-FFF2-40B4-BE49-F238E27FC236}">
                <a16:creationId xmlns:a16="http://schemas.microsoft.com/office/drawing/2014/main" id="{E0ED1BF6-A1D7-400B-97DF-40F8CBFCCED9}"/>
              </a:ext>
            </a:extLst>
          </p:cNvPr>
          <p:cNvSpPr txBox="1"/>
          <p:nvPr/>
        </p:nvSpPr>
        <p:spPr>
          <a:xfrm>
            <a:off x="443948" y="1802295"/>
            <a:ext cx="11304104" cy="3970318"/>
          </a:xfrm>
          <a:prstGeom prst="rect">
            <a:avLst/>
          </a:prstGeom>
          <a:solidFill>
            <a:schemeClr val="accent4">
              <a:lumMod val="20000"/>
              <a:lumOff val="80000"/>
            </a:schemeClr>
          </a:solidFill>
        </p:spPr>
        <p:txBody>
          <a:bodyPr wrap="square" rtlCol="0">
            <a:spAutoFit/>
          </a:bodyPr>
          <a:lstStyle/>
          <a:p>
            <a:pPr marL="457200" indent="-457200" algn="l">
              <a:buFont typeface="Wingdings" panose="05000000000000000000" pitchFamily="2" charset="2"/>
              <a:buChar char="Ø"/>
            </a:pPr>
            <a:r>
              <a:rPr lang="en-US" sz="2800" i="0" u="none" strike="noStrike" baseline="0" dirty="0">
                <a:solidFill>
                  <a:srgbClr val="FF0000"/>
                </a:solidFill>
              </a:rPr>
              <a:t>What do you want to find out</a:t>
            </a:r>
            <a:r>
              <a:rPr lang="en-US" sz="2800" i="0" u="none" strike="noStrike" baseline="0" dirty="0">
                <a:solidFill>
                  <a:srgbClr val="000000"/>
                </a:solidFill>
              </a:rPr>
              <a:t>?</a:t>
            </a:r>
          </a:p>
          <a:p>
            <a:pPr marL="457200" indent="-457200" algn="l">
              <a:buFont typeface="Wingdings" panose="05000000000000000000" pitchFamily="2" charset="2"/>
              <a:buChar char="Ø"/>
            </a:pPr>
            <a:endParaRPr lang="en-US" sz="2800" dirty="0">
              <a:solidFill>
                <a:srgbClr val="000000"/>
              </a:solidFill>
            </a:endParaRPr>
          </a:p>
          <a:p>
            <a:pPr marL="457200" indent="-457200" algn="l">
              <a:buFont typeface="Wingdings" panose="05000000000000000000" pitchFamily="2" charset="2"/>
              <a:buChar char="Ø"/>
            </a:pPr>
            <a:r>
              <a:rPr lang="en-US" sz="2800" i="0" u="none" strike="noStrike" baseline="0" dirty="0">
                <a:solidFill>
                  <a:srgbClr val="FF0000"/>
                </a:solidFill>
              </a:rPr>
              <a:t>Why do you want to research this topic</a:t>
            </a:r>
            <a:r>
              <a:rPr lang="en-US" sz="2800" i="0" u="none" strike="noStrike" baseline="0" dirty="0">
                <a:solidFill>
                  <a:srgbClr val="000000"/>
                </a:solidFill>
              </a:rPr>
              <a:t>?</a:t>
            </a:r>
          </a:p>
          <a:p>
            <a:pPr marL="457200" indent="-457200" algn="l">
              <a:buFont typeface="Wingdings" panose="05000000000000000000" pitchFamily="2" charset="2"/>
              <a:buChar char="Ø"/>
            </a:pPr>
            <a:endParaRPr lang="en-US" sz="2800" dirty="0">
              <a:solidFill>
                <a:srgbClr val="000000"/>
              </a:solidFill>
            </a:endParaRPr>
          </a:p>
          <a:p>
            <a:pPr marL="457200" indent="-457200" algn="l">
              <a:buFont typeface="Wingdings" panose="05000000000000000000" pitchFamily="2" charset="2"/>
              <a:buChar char="Ø"/>
            </a:pPr>
            <a:r>
              <a:rPr lang="en-US" sz="2800" i="0" u="none" strike="noStrike" baseline="0" dirty="0">
                <a:solidFill>
                  <a:srgbClr val="FF0000"/>
                </a:solidFill>
              </a:rPr>
              <a:t>Why does this research need to be carried out? </a:t>
            </a:r>
            <a:r>
              <a:rPr lang="en-US" sz="2800" i="0" u="none" strike="noStrike" baseline="0" dirty="0">
                <a:solidFill>
                  <a:srgbClr val="000000"/>
                </a:solidFill>
              </a:rPr>
              <a:t>(Is there a gap in the literature, or does it contribute to existing theory and/or management practice?)</a:t>
            </a:r>
          </a:p>
          <a:p>
            <a:pPr marL="457200" indent="-457200" algn="l">
              <a:buFont typeface="Wingdings" panose="05000000000000000000" pitchFamily="2" charset="2"/>
              <a:buChar char="Ø"/>
            </a:pPr>
            <a:endParaRPr lang="en-US" sz="2800" dirty="0">
              <a:solidFill>
                <a:srgbClr val="57A1D5"/>
              </a:solidFill>
            </a:endParaRPr>
          </a:p>
          <a:p>
            <a:pPr marL="457200" indent="-457200" algn="l">
              <a:buFont typeface="Wingdings" panose="05000000000000000000" pitchFamily="2" charset="2"/>
              <a:buChar char="Ø"/>
            </a:pPr>
            <a:r>
              <a:rPr lang="en-US" sz="2800" i="0" u="none" strike="noStrike" baseline="0" dirty="0">
                <a:solidFill>
                  <a:srgbClr val="FF0000"/>
                </a:solidFill>
              </a:rPr>
              <a:t>What data/information already exists in other similar studies?</a:t>
            </a:r>
            <a:endParaRPr lang="en-US" sz="2800" dirty="0">
              <a:solidFill>
                <a:srgbClr val="FF0000"/>
              </a:solidFill>
            </a:endParaRPr>
          </a:p>
        </p:txBody>
      </p:sp>
    </p:spTree>
    <p:extLst>
      <p:ext uri="{BB962C8B-B14F-4D97-AF65-F5344CB8AC3E}">
        <p14:creationId xmlns:p14="http://schemas.microsoft.com/office/powerpoint/2010/main" val="256711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B366C6-3421-4FDB-8403-5AC49B1DF3DD}"/>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5000" u="none" strike="noStrike" kern="1200" baseline="0">
                <a:solidFill>
                  <a:schemeClr val="tx1"/>
                </a:solidFill>
                <a:latin typeface="+mj-lt"/>
                <a:ea typeface="+mj-ea"/>
                <a:cs typeface="+mj-cs"/>
              </a:rPr>
              <a:t>When undertaking your research, it is essential that you are aware of and acknowledge existing research in your chosen area.</a:t>
            </a:r>
            <a:endParaRPr lang="en-US" sz="5000" kern="1200">
              <a:solidFill>
                <a:schemeClr val="tx1"/>
              </a:solidFill>
              <a:latin typeface="+mj-lt"/>
              <a:ea typeface="+mj-ea"/>
              <a:cs typeface="+mj-cs"/>
            </a:endParaRPr>
          </a:p>
        </p:txBody>
      </p:sp>
      <p:sp>
        <p:nvSpPr>
          <p:cNvPr id="16" name="Rectangle 15">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224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0094E-1525-4F22-B7FF-483F2A199A37}"/>
              </a:ext>
            </a:extLst>
          </p:cNvPr>
          <p:cNvSpPr>
            <a:spLocks noGrp="1"/>
          </p:cNvSpPr>
          <p:nvPr>
            <p:ph type="title"/>
          </p:nvPr>
        </p:nvSpPr>
        <p:spPr>
          <a:xfrm>
            <a:off x="635000" y="640823"/>
            <a:ext cx="3418659" cy="5583148"/>
          </a:xfrm>
        </p:spPr>
        <p:txBody>
          <a:bodyPr vert="horz" lIns="91440" tIns="45720" rIns="91440" bIns="45720" rtlCol="0" anchor="ctr">
            <a:normAutofit/>
          </a:bodyPr>
          <a:lstStyle/>
          <a:p>
            <a:r>
              <a:rPr lang="en-US" sz="5400" b="1" kern="1200">
                <a:solidFill>
                  <a:schemeClr val="tx1"/>
                </a:solidFill>
                <a:latin typeface="+mj-lt"/>
                <a:ea typeface="+mj-ea"/>
                <a:cs typeface="+mj-cs"/>
              </a:rPr>
              <a:t>What you can refer</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DCAC7754-042B-E9B3-1A0E-0120C38CE8D8}"/>
              </a:ext>
            </a:extLst>
          </p:cNvPr>
          <p:cNvGraphicFramePr/>
          <p:nvPr>
            <p:extLst>
              <p:ext uri="{D42A27DB-BD31-4B8C-83A1-F6EECF244321}">
                <p14:modId xmlns:p14="http://schemas.microsoft.com/office/powerpoint/2010/main" val="189266903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9250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F7615-EB0B-6F19-B758-990AC20D2C7D}"/>
              </a:ext>
            </a:extLst>
          </p:cNvPr>
          <p:cNvSpPr>
            <a:spLocks noGrp="1"/>
          </p:cNvSpPr>
          <p:nvPr>
            <p:ph type="title"/>
          </p:nvPr>
        </p:nvSpPr>
        <p:spPr>
          <a:xfrm>
            <a:off x="838200" y="365126"/>
            <a:ext cx="10515600" cy="756104"/>
          </a:xfrm>
        </p:spPr>
        <p:txBody>
          <a:bodyPr/>
          <a:lstStyle/>
          <a:p>
            <a:r>
              <a:rPr lang="en-US" dirty="0"/>
              <a:t>What Is a Literature Review?</a:t>
            </a:r>
          </a:p>
        </p:txBody>
      </p:sp>
      <p:sp>
        <p:nvSpPr>
          <p:cNvPr id="3" name="Content Placeholder 2">
            <a:extLst>
              <a:ext uri="{FF2B5EF4-FFF2-40B4-BE49-F238E27FC236}">
                <a16:creationId xmlns:a16="http://schemas.microsoft.com/office/drawing/2014/main" id="{1F9277EE-757F-43C7-E022-93D21EAA5D6E}"/>
              </a:ext>
            </a:extLst>
          </p:cNvPr>
          <p:cNvSpPr>
            <a:spLocks noGrp="1"/>
          </p:cNvSpPr>
          <p:nvPr>
            <p:ph idx="1"/>
          </p:nvPr>
        </p:nvSpPr>
        <p:spPr>
          <a:xfrm>
            <a:off x="838199" y="1306286"/>
            <a:ext cx="11081657" cy="5377543"/>
          </a:xfrm>
        </p:spPr>
        <p:txBody>
          <a:bodyPr>
            <a:normAutofit/>
          </a:bodyPr>
          <a:lstStyle/>
          <a:p>
            <a:r>
              <a:rPr lang="en-US" dirty="0"/>
              <a:t>A </a:t>
            </a:r>
            <a:r>
              <a:rPr lang="en-US" b="1" dirty="0"/>
              <a:t>literature review</a:t>
            </a:r>
            <a:r>
              <a:rPr lang="en-US" dirty="0"/>
              <a:t> is a systematic examination and interpretation of existing research relevant to your topic.</a:t>
            </a:r>
          </a:p>
          <a:p>
            <a:r>
              <a:rPr lang="en-US" dirty="0"/>
              <a:t>It is </a:t>
            </a:r>
            <a:r>
              <a:rPr lang="en-US" b="1" dirty="0"/>
              <a:t>both a process and a product</a:t>
            </a:r>
            <a:r>
              <a:rPr lang="en-US" dirty="0"/>
              <a:t>.</a:t>
            </a:r>
          </a:p>
          <a:p>
            <a:pPr lvl="1"/>
            <a:r>
              <a:rPr lang="en-US" b="1" dirty="0"/>
              <a:t>As a Process</a:t>
            </a:r>
          </a:p>
          <a:p>
            <a:r>
              <a:rPr lang="en-US" dirty="0"/>
              <a:t>Searching, reading, and critically evaluating published work.</a:t>
            </a:r>
          </a:p>
          <a:p>
            <a:r>
              <a:rPr lang="en-US" dirty="0"/>
              <a:t>Developing insights into theories, debates, and methodologies.</a:t>
            </a:r>
          </a:p>
          <a:p>
            <a:pPr lvl="1"/>
            <a:r>
              <a:rPr lang="en-US" b="1" dirty="0"/>
              <a:t>As a Product</a:t>
            </a:r>
          </a:p>
          <a:p>
            <a:r>
              <a:rPr lang="en-US" dirty="0"/>
              <a:t>A written synthesis in your thesis/report that summarizes, compares, and critiques prior research.</a:t>
            </a:r>
          </a:p>
          <a:p>
            <a:pPr lvl="1"/>
            <a:r>
              <a:rPr lang="en-US" i="1" dirty="0"/>
              <a:t>Example definition:</a:t>
            </a:r>
            <a:endParaRPr lang="en-US" dirty="0"/>
          </a:p>
          <a:p>
            <a:pPr lvl="2"/>
            <a:r>
              <a:rPr lang="en-US" dirty="0"/>
              <a:t>“A literature review identifies, evaluates, and critically assesses what has been published on a topic to understand its current state of knowledge.” (Knopf, 2006)</a:t>
            </a:r>
          </a:p>
        </p:txBody>
      </p:sp>
    </p:spTree>
    <p:extLst>
      <p:ext uri="{BB962C8B-B14F-4D97-AF65-F5344CB8AC3E}">
        <p14:creationId xmlns:p14="http://schemas.microsoft.com/office/powerpoint/2010/main" val="3526245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04F410-9109-4D84-8F2F-8FF8F95EC694}"/>
              </a:ext>
            </a:extLst>
          </p:cNvPr>
          <p:cNvSpPr txBox="1"/>
          <p:nvPr/>
        </p:nvSpPr>
        <p:spPr>
          <a:xfrm>
            <a:off x="467139" y="1706723"/>
            <a:ext cx="11257722" cy="3908762"/>
          </a:xfrm>
          <a:prstGeom prst="rect">
            <a:avLst/>
          </a:prstGeom>
          <a:noFill/>
        </p:spPr>
        <p:txBody>
          <a:bodyPr wrap="square" rtlCol="0">
            <a:spAutoFit/>
          </a:bodyPr>
          <a:lstStyle/>
          <a:p>
            <a:pPr algn="l"/>
            <a:r>
              <a:rPr lang="en-US" sz="3200" b="0" i="0" u="none" strike="noStrike" baseline="0" dirty="0">
                <a:latin typeface="LiberationSerif"/>
              </a:rPr>
              <a:t>In the context of your research, ‘literature’ means </a:t>
            </a:r>
            <a:r>
              <a:rPr lang="en-US" sz="3200" b="0" i="0" u="none" strike="noStrike" baseline="0" dirty="0">
                <a:highlight>
                  <a:srgbClr val="FFFF00"/>
                </a:highlight>
                <a:latin typeface="LiberationSerif"/>
              </a:rPr>
              <a:t>all sources of published material (scholarly Publications)</a:t>
            </a:r>
            <a:r>
              <a:rPr lang="en-US" sz="3200" b="0" i="0" u="none" strike="noStrike" baseline="0" dirty="0">
                <a:latin typeface="LiberationSerif"/>
              </a:rPr>
              <a:t>. </a:t>
            </a:r>
          </a:p>
          <a:p>
            <a:pPr algn="l"/>
            <a:endParaRPr lang="en-US" sz="3200" dirty="0">
              <a:latin typeface="LiberationSerif"/>
            </a:endParaRPr>
          </a:p>
          <a:p>
            <a:pPr algn="l"/>
            <a:r>
              <a:rPr lang="en-US" sz="3200" b="0" i="0" u="none" strike="noStrike" baseline="0" dirty="0">
                <a:latin typeface="LiberationSerif"/>
              </a:rPr>
              <a:t>A</a:t>
            </a:r>
            <a:r>
              <a:rPr lang="en-US" sz="3200" dirty="0">
                <a:latin typeface="LiberationSerif"/>
              </a:rPr>
              <a:t> </a:t>
            </a:r>
            <a:r>
              <a:rPr lang="en-US" sz="3200" b="0" i="1" u="none" strike="noStrike" baseline="0" dirty="0">
                <a:latin typeface="LiberationSerif-Italic"/>
              </a:rPr>
              <a:t>literature review </a:t>
            </a:r>
            <a:r>
              <a:rPr lang="en-US" sz="3200" b="0" i="0" u="none" strike="noStrike" baseline="0" dirty="0">
                <a:latin typeface="LiberationSerif"/>
              </a:rPr>
              <a:t>can be described as ‘</a:t>
            </a:r>
            <a:r>
              <a:rPr lang="en-US" sz="3200" b="0" i="0" u="none" strike="noStrike" baseline="0" dirty="0">
                <a:highlight>
                  <a:srgbClr val="FFFF00"/>
                </a:highlight>
                <a:latin typeface="LiberationSerif"/>
              </a:rPr>
              <a:t>identifying, evaluating and critically assessing</a:t>
            </a:r>
            <a:r>
              <a:rPr lang="en-US" sz="3200" b="0" i="0" u="none" strike="noStrike" baseline="0" dirty="0">
                <a:latin typeface="LiberationSerif"/>
              </a:rPr>
              <a:t>’ what has been published on your chosen topic.</a:t>
            </a:r>
          </a:p>
          <a:p>
            <a:pPr algn="l"/>
            <a:endParaRPr lang="en-US" sz="3200" dirty="0">
              <a:latin typeface="LiberationSerif"/>
            </a:endParaRPr>
          </a:p>
          <a:p>
            <a:pPr algn="l"/>
            <a:r>
              <a:rPr lang="en-US" sz="2800" b="0" i="0" u="none" strike="noStrike" baseline="0" dirty="0">
                <a:solidFill>
                  <a:schemeClr val="accent5">
                    <a:lumMod val="75000"/>
                  </a:schemeClr>
                </a:solidFill>
                <a:latin typeface="LiberationSerif"/>
              </a:rPr>
              <a:t>Reviewing the literature critically will allow you to develop an understanding of previous research that is relevant to your own study.</a:t>
            </a:r>
            <a:endParaRPr lang="en-US" sz="4400" dirty="0">
              <a:solidFill>
                <a:schemeClr val="accent5">
                  <a:lumMod val="75000"/>
                </a:schemeClr>
              </a:solidFill>
            </a:endParaRPr>
          </a:p>
        </p:txBody>
      </p:sp>
      <p:sp>
        <p:nvSpPr>
          <p:cNvPr id="3" name="Title 1">
            <a:extLst>
              <a:ext uri="{FF2B5EF4-FFF2-40B4-BE49-F238E27FC236}">
                <a16:creationId xmlns:a16="http://schemas.microsoft.com/office/drawing/2014/main" id="{CA04C468-7AA2-44E4-9758-BB75EF491CDC}"/>
              </a:ext>
            </a:extLst>
          </p:cNvPr>
          <p:cNvSpPr txBox="1">
            <a:spLocks/>
          </p:cNvSpPr>
          <p:nvPr/>
        </p:nvSpPr>
        <p:spPr bwMode="gray">
          <a:xfrm>
            <a:off x="293563" y="337563"/>
            <a:ext cx="8761413" cy="70696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accent5">
                    <a:lumMod val="75000"/>
                  </a:schemeClr>
                </a:solidFill>
              </a:rPr>
              <a:t>Nature of a Literature Review:</a:t>
            </a:r>
          </a:p>
        </p:txBody>
      </p:sp>
    </p:spTree>
    <p:extLst>
      <p:ext uri="{BB962C8B-B14F-4D97-AF65-F5344CB8AC3E}">
        <p14:creationId xmlns:p14="http://schemas.microsoft.com/office/powerpoint/2010/main" val="3562065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7982F08-3C60-7FD6-9788-DAB7CF8F2282}"/>
              </a:ext>
            </a:extLst>
          </p:cNvPr>
          <p:cNvSpPr>
            <a:spLocks noGrp="1"/>
          </p:cNvSpPr>
          <p:nvPr>
            <p:ph type="title"/>
          </p:nvPr>
        </p:nvSpPr>
        <p:spPr>
          <a:xfrm>
            <a:off x="838200" y="557188"/>
            <a:ext cx="10515600" cy="1133499"/>
          </a:xfrm>
        </p:spPr>
        <p:txBody>
          <a:bodyPr>
            <a:normAutofit/>
          </a:bodyPr>
          <a:lstStyle/>
          <a:p>
            <a:pPr algn="ctr"/>
            <a:r>
              <a:rPr lang="en-US" sz="5200"/>
              <a:t>Why Conduct a Literature Review?</a:t>
            </a:r>
          </a:p>
        </p:txBody>
      </p:sp>
      <p:graphicFrame>
        <p:nvGraphicFramePr>
          <p:cNvPr id="11" name="Rectangle 4">
            <a:extLst>
              <a:ext uri="{FF2B5EF4-FFF2-40B4-BE49-F238E27FC236}">
                <a16:creationId xmlns:a16="http://schemas.microsoft.com/office/drawing/2014/main" id="{31F0B16B-FAA4-FDE3-4C70-45399C2477B4}"/>
              </a:ext>
            </a:extLst>
          </p:cNvPr>
          <p:cNvGraphicFramePr>
            <a:graphicFrameLocks noGrp="1"/>
          </p:cNvGraphicFramePr>
          <p:nvPr>
            <p:ph idx="1"/>
            <p:extLst>
              <p:ext uri="{D42A27DB-BD31-4B8C-83A1-F6EECF244321}">
                <p14:modId xmlns:p14="http://schemas.microsoft.com/office/powerpoint/2010/main" val="256130939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7757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BE4422-578A-B2C0-242F-28215503FE66}"/>
              </a:ext>
            </a:extLst>
          </p:cNvPr>
          <p:cNvSpPr>
            <a:spLocks noGrp="1"/>
          </p:cNvSpPr>
          <p:nvPr>
            <p:ph type="title"/>
          </p:nvPr>
        </p:nvSpPr>
        <p:spPr>
          <a:xfrm>
            <a:off x="838200" y="557188"/>
            <a:ext cx="10515600" cy="1133499"/>
          </a:xfrm>
        </p:spPr>
        <p:txBody>
          <a:bodyPr>
            <a:normAutofit/>
          </a:bodyPr>
          <a:lstStyle/>
          <a:p>
            <a:pPr algn="ctr"/>
            <a:r>
              <a:rPr lang="en-US" sz="5200"/>
              <a:t>Functions of a Literature Review</a:t>
            </a:r>
          </a:p>
        </p:txBody>
      </p:sp>
      <p:graphicFrame>
        <p:nvGraphicFramePr>
          <p:cNvPr id="7" name="Content Placeholder 2">
            <a:extLst>
              <a:ext uri="{FF2B5EF4-FFF2-40B4-BE49-F238E27FC236}">
                <a16:creationId xmlns:a16="http://schemas.microsoft.com/office/drawing/2014/main" id="{CFFE3D72-5461-E289-3EAB-9DC276135CF9}"/>
              </a:ext>
            </a:extLst>
          </p:cNvPr>
          <p:cNvGraphicFramePr>
            <a:graphicFrameLocks noGrp="1"/>
          </p:cNvGraphicFramePr>
          <p:nvPr>
            <p:ph idx="1"/>
            <p:extLst>
              <p:ext uri="{D42A27DB-BD31-4B8C-83A1-F6EECF244321}">
                <p14:modId xmlns:p14="http://schemas.microsoft.com/office/powerpoint/2010/main" val="201427188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2106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3DB49E2-1ADB-7A94-783B-B7243B67D9D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Sources of Literature</a:t>
            </a:r>
          </a:p>
        </p:txBody>
      </p:sp>
      <p:graphicFrame>
        <p:nvGraphicFramePr>
          <p:cNvPr id="12" name="Content Placeholder 2">
            <a:extLst>
              <a:ext uri="{FF2B5EF4-FFF2-40B4-BE49-F238E27FC236}">
                <a16:creationId xmlns:a16="http://schemas.microsoft.com/office/drawing/2014/main" id="{D97BABE1-6D4E-9269-C2C6-9E2703078FFB}"/>
              </a:ext>
            </a:extLst>
          </p:cNvPr>
          <p:cNvGraphicFramePr>
            <a:graphicFrameLocks noGrp="1"/>
          </p:cNvGraphicFramePr>
          <p:nvPr>
            <p:ph idx="1"/>
            <p:extLst>
              <p:ext uri="{D42A27DB-BD31-4B8C-83A1-F6EECF244321}">
                <p14:modId xmlns:p14="http://schemas.microsoft.com/office/powerpoint/2010/main" val="326589562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0998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D287FE-49E8-EFC7-9C2A-21526990CB1A}"/>
              </a:ext>
            </a:extLst>
          </p:cNvPr>
          <p:cNvSpPr>
            <a:spLocks noGrp="1"/>
          </p:cNvSpPr>
          <p:nvPr>
            <p:ph type="title"/>
          </p:nvPr>
        </p:nvSpPr>
        <p:spPr>
          <a:xfrm>
            <a:off x="1115568" y="548640"/>
            <a:ext cx="10168128" cy="1179576"/>
          </a:xfrm>
        </p:spPr>
        <p:txBody>
          <a:bodyPr>
            <a:normAutofit/>
          </a:bodyPr>
          <a:lstStyle/>
          <a:p>
            <a:r>
              <a:rPr lang="en-US" sz="4000"/>
              <a:t>Searching the Literature – Step by Step</a:t>
            </a:r>
          </a:p>
        </p:txBody>
      </p:sp>
      <p:sp>
        <p:nvSpPr>
          <p:cNvPr id="19" name="Rectangle 1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Rectangle 1">
            <a:extLst>
              <a:ext uri="{FF2B5EF4-FFF2-40B4-BE49-F238E27FC236}">
                <a16:creationId xmlns:a16="http://schemas.microsoft.com/office/drawing/2014/main" id="{6FA509CD-C5B1-2833-C98A-F74D75E075E8}"/>
              </a:ext>
            </a:extLst>
          </p:cNvPr>
          <p:cNvSpPr>
            <a:spLocks noGrp="1" noChangeArrowheads="1"/>
          </p:cNvSpPr>
          <p:nvPr>
            <p:ph idx="1"/>
          </p:nvPr>
        </p:nvSpPr>
        <p:spPr bwMode="auto">
          <a:xfrm>
            <a:off x="1115568" y="2481943"/>
            <a:ext cx="10168128" cy="36950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mj-lt"/>
              </a:rPr>
              <a:t>Define your keywords</a:t>
            </a:r>
            <a:r>
              <a:rPr kumimoji="0" lang="en-US" altLang="en-US" sz="2200" b="0" i="0" u="none" strike="noStrike" cap="none" normalizeH="0" baseline="0">
                <a:ln>
                  <a:noFill/>
                </a:ln>
                <a:effectLst/>
                <a:latin typeface="+mj-lt"/>
              </a:rPr>
              <a:t> using synonyms and related terms.</a:t>
            </a:r>
          </a:p>
          <a:p>
            <a:pPr marL="457200" lvl="1" indent="0" eaLnBrk="0" fontAlgn="base" hangingPunct="0">
              <a:spcBef>
                <a:spcPct val="0"/>
              </a:spcBef>
              <a:spcAft>
                <a:spcPts val="600"/>
              </a:spcAft>
              <a:buFontTx/>
              <a:buChar char="•"/>
            </a:pPr>
            <a:r>
              <a:rPr kumimoji="0" lang="en-US" altLang="en-US" sz="2200" b="0" i="0" u="none" strike="noStrike" cap="none" normalizeH="0" baseline="0">
                <a:ln>
                  <a:noFill/>
                </a:ln>
                <a:effectLst/>
                <a:latin typeface="+mj-lt"/>
              </a:rPr>
              <a:t>Example: “Artificial Intelligence,” “Machine Learning,” “Deep Learning.”</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mj-lt"/>
              </a:rPr>
              <a:t>Set parameters:</a:t>
            </a:r>
            <a:endParaRPr kumimoji="0" lang="en-US" altLang="en-US" sz="2200" b="0" i="0" u="none" strike="noStrike" cap="none" normalizeH="0" baseline="0">
              <a:ln>
                <a:noFill/>
              </a:ln>
              <a:effectLst/>
              <a:latin typeface="+mj-lt"/>
            </a:endParaRPr>
          </a:p>
          <a:p>
            <a:pPr marL="457200" lvl="1" indent="0" eaLnBrk="0" fontAlgn="base" hangingPunct="0">
              <a:spcBef>
                <a:spcPct val="0"/>
              </a:spcBef>
              <a:spcAft>
                <a:spcPts val="600"/>
              </a:spcAft>
              <a:buFontTx/>
              <a:buChar char="•"/>
            </a:pPr>
            <a:r>
              <a:rPr kumimoji="0" lang="en-US" altLang="en-US" sz="2200" b="0" i="0" u="none" strike="noStrike" cap="none" normalizeH="0" baseline="0">
                <a:ln>
                  <a:noFill/>
                </a:ln>
                <a:effectLst/>
                <a:latin typeface="+mj-lt"/>
              </a:rPr>
              <a:t>Time range (e.g., 2019–2024)</a:t>
            </a:r>
          </a:p>
          <a:p>
            <a:pPr marL="457200" lvl="1" indent="0" eaLnBrk="0" fontAlgn="base" hangingPunct="0">
              <a:spcBef>
                <a:spcPct val="0"/>
              </a:spcBef>
              <a:spcAft>
                <a:spcPts val="600"/>
              </a:spcAft>
              <a:buFontTx/>
              <a:buChar char="•"/>
            </a:pPr>
            <a:r>
              <a:rPr kumimoji="0" lang="en-US" altLang="en-US" sz="2200" b="0" i="0" u="none" strike="noStrike" cap="none" normalizeH="0" baseline="0">
                <a:ln>
                  <a:noFill/>
                </a:ln>
                <a:effectLst/>
                <a:latin typeface="+mj-lt"/>
              </a:rPr>
              <a:t>Geography (e.g., South Asia)</a:t>
            </a:r>
          </a:p>
          <a:p>
            <a:pPr marL="457200" lvl="1" indent="0" eaLnBrk="0" fontAlgn="base" hangingPunct="0">
              <a:spcBef>
                <a:spcPct val="0"/>
              </a:spcBef>
              <a:spcAft>
                <a:spcPts val="600"/>
              </a:spcAft>
              <a:buFontTx/>
              <a:buChar char="•"/>
            </a:pPr>
            <a:r>
              <a:rPr kumimoji="0" lang="en-US" altLang="en-US" sz="2200" b="0" i="0" u="none" strike="noStrike" cap="none" normalizeH="0" baseline="0">
                <a:ln>
                  <a:noFill/>
                </a:ln>
                <a:effectLst/>
                <a:latin typeface="+mj-lt"/>
              </a:rPr>
              <a:t>Domain (e.g., agriculture, education)</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mj-lt"/>
              </a:rPr>
              <a:t>Use databases and tools</a:t>
            </a:r>
            <a:r>
              <a:rPr kumimoji="0" lang="en-US" altLang="en-US" sz="2200" b="0" i="0" u="none" strike="noStrike" cap="none" normalizeH="0" baseline="0">
                <a:ln>
                  <a:noFill/>
                </a:ln>
                <a:effectLst/>
                <a:latin typeface="+mj-lt"/>
              </a:rPr>
              <a:t> (Google Scholar alerts, Scopus filters).</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mj-lt"/>
              </a:rPr>
              <a:t>Screen and shortlist papers</a:t>
            </a:r>
            <a:r>
              <a:rPr kumimoji="0" lang="en-US" altLang="en-US" sz="2200" b="0" i="0" u="none" strike="noStrike" cap="none" normalizeH="0" baseline="0">
                <a:ln>
                  <a:noFill/>
                </a:ln>
                <a:effectLst/>
                <a:latin typeface="+mj-lt"/>
              </a:rPr>
              <a:t> based on abstracts and relevance.</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mj-lt"/>
              </a:rPr>
              <a:t>Record and manage references</a:t>
            </a:r>
            <a:r>
              <a:rPr kumimoji="0" lang="en-US" altLang="en-US" sz="2200" b="0" i="0" u="none" strike="noStrike" cap="none" normalizeH="0" baseline="0">
                <a:ln>
                  <a:noFill/>
                </a:ln>
                <a:effectLst/>
                <a:latin typeface="+mj-lt"/>
              </a:rPr>
              <a:t> using Mendeley or Zotero.</a:t>
            </a:r>
          </a:p>
        </p:txBody>
      </p:sp>
    </p:spTree>
    <p:extLst>
      <p:ext uri="{BB962C8B-B14F-4D97-AF65-F5344CB8AC3E}">
        <p14:creationId xmlns:p14="http://schemas.microsoft.com/office/powerpoint/2010/main" val="1099884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4252B-50D6-9A15-0927-4DB6C8B90172}"/>
              </a:ext>
            </a:extLst>
          </p:cNvPr>
          <p:cNvSpPr>
            <a:spLocks noGrp="1"/>
          </p:cNvSpPr>
          <p:nvPr>
            <p:ph type="title"/>
          </p:nvPr>
        </p:nvSpPr>
        <p:spPr>
          <a:xfrm>
            <a:off x="876694" y="972929"/>
            <a:ext cx="4500850" cy="1616203"/>
          </a:xfrm>
        </p:spPr>
        <p:txBody>
          <a:bodyPr anchor="t">
            <a:normAutofit/>
          </a:bodyPr>
          <a:lstStyle/>
          <a:p>
            <a:r>
              <a:rPr lang="en-US" sz="3200" dirty="0"/>
              <a:t>Boolean Operators in Literature Search</a:t>
            </a:r>
          </a:p>
        </p:txBody>
      </p:sp>
      <p:sp>
        <p:nvSpPr>
          <p:cNvPr id="3" name="Content Placeholder 2">
            <a:extLst>
              <a:ext uri="{FF2B5EF4-FFF2-40B4-BE49-F238E27FC236}">
                <a16:creationId xmlns:a16="http://schemas.microsoft.com/office/drawing/2014/main" id="{B044DAD1-8CA7-B4F5-7FD7-03C7A529D4A7}"/>
              </a:ext>
            </a:extLst>
          </p:cNvPr>
          <p:cNvSpPr>
            <a:spLocks noGrp="1"/>
          </p:cNvSpPr>
          <p:nvPr>
            <p:ph idx="1"/>
          </p:nvPr>
        </p:nvSpPr>
        <p:spPr>
          <a:xfrm>
            <a:off x="6096000" y="978195"/>
            <a:ext cx="5257799" cy="5003113"/>
          </a:xfrm>
        </p:spPr>
        <p:txBody>
          <a:bodyPr anchor="t">
            <a:normAutofit/>
          </a:bodyPr>
          <a:lstStyle/>
          <a:p>
            <a:r>
              <a:rPr lang="en-US" sz="2000" dirty="0"/>
              <a:t>you can use </a:t>
            </a:r>
            <a:r>
              <a:rPr lang="en-US" sz="2000" i="1" dirty="0"/>
              <a:t>Boolean operators</a:t>
            </a:r>
            <a:r>
              <a:rPr lang="en-US" sz="2000" dirty="0"/>
              <a:t> — special words (AND, OR, NOT) — to </a:t>
            </a:r>
            <a:r>
              <a:rPr lang="en-US" sz="2000" b="1" dirty="0"/>
              <a:t>combine or exclude keywords</a:t>
            </a:r>
            <a:r>
              <a:rPr lang="en-US" sz="2000" dirty="0"/>
              <a:t> in your search.</a:t>
            </a:r>
          </a:p>
          <a:p>
            <a:pPr lvl="1"/>
            <a:r>
              <a:rPr lang="en-US" sz="2000" dirty="0"/>
              <a:t>Broaden or narrow your search results</a:t>
            </a:r>
          </a:p>
          <a:p>
            <a:pPr lvl="1"/>
            <a:r>
              <a:rPr lang="en-US" sz="2000" dirty="0"/>
              <a:t>Make searches more precise and relevant to your topic</a:t>
            </a:r>
          </a:p>
          <a:p>
            <a:pPr marL="457200" lvl="1" indent="0">
              <a:buNone/>
            </a:pPr>
            <a:endParaRPr lang="en-US" sz="2000" dirty="0"/>
          </a:p>
        </p:txBody>
      </p:sp>
      <p:grpSp>
        <p:nvGrpSpPr>
          <p:cNvPr id="10" name="Group 9">
            <a:extLst>
              <a:ext uri="{FF2B5EF4-FFF2-40B4-BE49-F238E27FC236}">
                <a16:creationId xmlns:a16="http://schemas.microsoft.com/office/drawing/2014/main" id="{9AF08BBE-71A7-AEFC-F970-93C6BF79B3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31C42412-D66A-A89A-CBAD-067355BA7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F63095-BD54-33B2-6873-1DC4DF820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Table 4">
            <a:extLst>
              <a:ext uri="{FF2B5EF4-FFF2-40B4-BE49-F238E27FC236}">
                <a16:creationId xmlns:a16="http://schemas.microsoft.com/office/drawing/2014/main" id="{D4DBED2A-12D7-8D02-D028-1242ED434F5F}"/>
              </a:ext>
            </a:extLst>
          </p:cNvPr>
          <p:cNvGraphicFramePr>
            <a:graphicFrameLocks noGrp="1"/>
          </p:cNvGraphicFramePr>
          <p:nvPr>
            <p:extLst>
              <p:ext uri="{D42A27DB-BD31-4B8C-83A1-F6EECF244321}">
                <p14:modId xmlns:p14="http://schemas.microsoft.com/office/powerpoint/2010/main" val="189853682"/>
              </p:ext>
            </p:extLst>
          </p:nvPr>
        </p:nvGraphicFramePr>
        <p:xfrm>
          <a:off x="838200" y="3069771"/>
          <a:ext cx="10515599" cy="3626406"/>
        </p:xfrm>
        <a:graphic>
          <a:graphicData uri="http://schemas.openxmlformats.org/drawingml/2006/table">
            <a:tbl>
              <a:tblPr>
                <a:solidFill>
                  <a:schemeClr val="bg1"/>
                </a:solidFill>
              </a:tblPr>
              <a:tblGrid>
                <a:gridCol w="1615748">
                  <a:extLst>
                    <a:ext uri="{9D8B030D-6E8A-4147-A177-3AD203B41FA5}">
                      <a16:colId xmlns:a16="http://schemas.microsoft.com/office/drawing/2014/main" val="3135633918"/>
                    </a:ext>
                  </a:extLst>
                </a:gridCol>
                <a:gridCol w="2887496">
                  <a:extLst>
                    <a:ext uri="{9D8B030D-6E8A-4147-A177-3AD203B41FA5}">
                      <a16:colId xmlns:a16="http://schemas.microsoft.com/office/drawing/2014/main" val="3388822691"/>
                    </a:ext>
                  </a:extLst>
                </a:gridCol>
                <a:gridCol w="2692612">
                  <a:extLst>
                    <a:ext uri="{9D8B030D-6E8A-4147-A177-3AD203B41FA5}">
                      <a16:colId xmlns:a16="http://schemas.microsoft.com/office/drawing/2014/main" val="1707220179"/>
                    </a:ext>
                  </a:extLst>
                </a:gridCol>
                <a:gridCol w="3319743">
                  <a:extLst>
                    <a:ext uri="{9D8B030D-6E8A-4147-A177-3AD203B41FA5}">
                      <a16:colId xmlns:a16="http://schemas.microsoft.com/office/drawing/2014/main" val="3263468146"/>
                    </a:ext>
                  </a:extLst>
                </a:gridCol>
              </a:tblGrid>
              <a:tr h="443159">
                <a:tc>
                  <a:txBody>
                    <a:bodyPr/>
                    <a:lstStyle/>
                    <a:p>
                      <a:pPr>
                        <a:buNone/>
                      </a:pPr>
                      <a:r>
                        <a:rPr lang="en-US" sz="2000" cap="none" spc="0">
                          <a:solidFill>
                            <a:schemeClr val="tx1"/>
                          </a:solidFill>
                        </a:rPr>
                        <a:t>Operator</a:t>
                      </a:r>
                    </a:p>
                  </a:txBody>
                  <a:tcPr marL="80762" marR="62125" marT="62125" marB="62125"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rPr>
                        <a:t>Function</a:t>
                      </a: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rPr>
                        <a:t>Example</a:t>
                      </a: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rPr>
                        <a:t>What It Does</a:t>
                      </a:r>
                    </a:p>
                  </a:txBody>
                  <a:tcPr marL="80762" marR="62125" marT="62125" marB="62125"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09594464"/>
                  </a:ext>
                </a:extLst>
              </a:tr>
              <a:tr h="880077">
                <a:tc>
                  <a:txBody>
                    <a:bodyPr/>
                    <a:lstStyle/>
                    <a:p>
                      <a:pPr>
                        <a:buNone/>
                      </a:pPr>
                      <a:r>
                        <a:rPr lang="en-US" sz="2000" b="1" cap="none" spc="0">
                          <a:solidFill>
                            <a:schemeClr val="tx1"/>
                          </a:solidFill>
                        </a:rPr>
                        <a:t>AND</a:t>
                      </a:r>
                      <a:endParaRPr lang="en-US" sz="2000" cap="none" spc="0">
                        <a:solidFill>
                          <a:schemeClr val="tx1"/>
                        </a:solidFill>
                      </a:endParaRPr>
                    </a:p>
                  </a:txBody>
                  <a:tcPr marL="80762" marR="62125" marT="62125" marB="62125"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rPr>
                        <a:t>Narrows the search by requiring </a:t>
                      </a:r>
                      <a:r>
                        <a:rPr lang="en-US" sz="2000" i="1" cap="none" spc="0">
                          <a:solidFill>
                            <a:schemeClr val="tx1"/>
                          </a:solidFill>
                        </a:rPr>
                        <a:t>both terms</a:t>
                      </a:r>
                      <a:r>
                        <a:rPr lang="en-US" sz="2000" cap="none" spc="0">
                          <a:solidFill>
                            <a:schemeClr val="tx1"/>
                          </a:solidFill>
                        </a:rPr>
                        <a:t> to appear</a:t>
                      </a: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latin typeface="Courier New" panose="02070309020205020404" pitchFamily="49" charset="0"/>
                        </a:rPr>
                        <a:t>AI AND Education</a:t>
                      </a:r>
                      <a:endParaRPr lang="en-US" sz="2000" cap="none" spc="0">
                        <a:solidFill>
                          <a:schemeClr val="tx1"/>
                        </a:solidFill>
                      </a:endParaRP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rPr>
                        <a:t>Finds results that include both “AI” and “Education” together.</a:t>
                      </a:r>
                    </a:p>
                  </a:txBody>
                  <a:tcPr marL="80762" marR="62125" marT="62125" marB="62125"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380341887"/>
                  </a:ext>
                </a:extLst>
              </a:tr>
              <a:tr h="1105947">
                <a:tc>
                  <a:txBody>
                    <a:bodyPr/>
                    <a:lstStyle/>
                    <a:p>
                      <a:pPr>
                        <a:buNone/>
                      </a:pPr>
                      <a:r>
                        <a:rPr lang="en-US" sz="2000" b="1" cap="none" spc="0">
                          <a:solidFill>
                            <a:schemeClr val="tx1"/>
                          </a:solidFill>
                        </a:rPr>
                        <a:t>OR</a:t>
                      </a:r>
                      <a:endParaRPr lang="en-US" sz="2000" cap="none" spc="0">
                        <a:solidFill>
                          <a:schemeClr val="tx1"/>
                        </a:solidFill>
                      </a:endParaRPr>
                    </a:p>
                  </a:txBody>
                  <a:tcPr marL="80762" marR="62125" marT="62125" marB="62125"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rPr>
                        <a:t>Broadens the search by allowing </a:t>
                      </a:r>
                      <a:r>
                        <a:rPr lang="en-US" sz="2000" i="1" cap="none" spc="0">
                          <a:solidFill>
                            <a:schemeClr val="tx1"/>
                          </a:solidFill>
                        </a:rPr>
                        <a:t>either term</a:t>
                      </a:r>
                      <a:endParaRPr lang="en-US" sz="2000" cap="none" spc="0">
                        <a:solidFill>
                          <a:schemeClr val="tx1"/>
                        </a:solidFill>
                      </a:endParaRP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a:solidFill>
                            <a:schemeClr val="tx1"/>
                          </a:solidFill>
                          <a:latin typeface="Courier New" panose="02070309020205020404" pitchFamily="49" charset="0"/>
                        </a:rPr>
                        <a:t>Artificial Intelligence OR Machine Learning</a:t>
                      </a:r>
                      <a:endParaRPr lang="en-US" sz="2000" cap="none" spc="0">
                        <a:solidFill>
                          <a:schemeClr val="tx1"/>
                        </a:solidFill>
                      </a:endParaRP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000" cap="none" spc="0" dirty="0">
                          <a:solidFill>
                            <a:schemeClr val="tx1"/>
                          </a:solidFill>
                        </a:rPr>
                        <a:t>Finds results containing </a:t>
                      </a:r>
                      <a:r>
                        <a:rPr lang="en-US" sz="2000" i="1" cap="none" spc="0" dirty="0">
                          <a:solidFill>
                            <a:schemeClr val="tx1"/>
                          </a:solidFill>
                        </a:rPr>
                        <a:t>either</a:t>
                      </a:r>
                      <a:r>
                        <a:rPr lang="en-US" sz="2000" cap="none" spc="0" dirty="0">
                          <a:solidFill>
                            <a:schemeClr val="tx1"/>
                          </a:solidFill>
                        </a:rPr>
                        <a:t> “Artificial Intelligence” </a:t>
                      </a:r>
                      <a:r>
                        <a:rPr lang="en-US" sz="2000" i="1" cap="none" spc="0" dirty="0">
                          <a:solidFill>
                            <a:schemeClr val="tx1"/>
                          </a:solidFill>
                        </a:rPr>
                        <a:t>or</a:t>
                      </a:r>
                      <a:r>
                        <a:rPr lang="en-US" sz="2000" cap="none" spc="0" dirty="0">
                          <a:solidFill>
                            <a:schemeClr val="tx1"/>
                          </a:solidFill>
                        </a:rPr>
                        <a:t> “Machine Learning”.</a:t>
                      </a:r>
                    </a:p>
                  </a:txBody>
                  <a:tcPr marL="80762" marR="62125" marT="62125" marB="62125"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233221732"/>
                  </a:ext>
                </a:extLst>
              </a:tr>
              <a:tr h="880077">
                <a:tc>
                  <a:txBody>
                    <a:bodyPr/>
                    <a:lstStyle/>
                    <a:p>
                      <a:pPr>
                        <a:buNone/>
                      </a:pPr>
                      <a:r>
                        <a:rPr lang="en-US" sz="2000" b="1" cap="none" spc="0">
                          <a:solidFill>
                            <a:schemeClr val="tx1"/>
                          </a:solidFill>
                        </a:rPr>
                        <a:t>NOT</a:t>
                      </a:r>
                      <a:endParaRPr lang="en-US" sz="2000" cap="none" spc="0">
                        <a:solidFill>
                          <a:schemeClr val="tx1"/>
                        </a:solidFill>
                      </a:endParaRPr>
                    </a:p>
                  </a:txBody>
                  <a:tcPr marL="80762" marR="62125" marT="62125" marB="62125"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2000" cap="none" spc="0">
                          <a:solidFill>
                            <a:schemeClr val="tx1"/>
                          </a:solidFill>
                        </a:rPr>
                        <a:t>Excludes terms you don’t want</a:t>
                      </a: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2000" cap="none" spc="0">
                          <a:solidFill>
                            <a:schemeClr val="tx1"/>
                          </a:solidFill>
                          <a:latin typeface="Courier New" panose="02070309020205020404" pitchFamily="49" charset="0"/>
                        </a:rPr>
                        <a:t>AI NOT Gaming</a:t>
                      </a:r>
                      <a:endParaRPr lang="en-US" sz="2000" cap="none" spc="0">
                        <a:solidFill>
                          <a:schemeClr val="tx1"/>
                        </a:solidFill>
                      </a:endParaRPr>
                    </a:p>
                  </a:txBody>
                  <a:tcPr marL="80762" marR="62125" marT="62125" marB="621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2000" cap="none" spc="0" dirty="0">
                          <a:solidFill>
                            <a:schemeClr val="tx1"/>
                          </a:solidFill>
                        </a:rPr>
                        <a:t>Finds results about AI but </a:t>
                      </a:r>
                      <a:r>
                        <a:rPr lang="en-US" sz="2000" i="1" cap="none" spc="0" dirty="0">
                          <a:solidFill>
                            <a:schemeClr val="tx1"/>
                          </a:solidFill>
                        </a:rPr>
                        <a:t>excludes</a:t>
                      </a:r>
                      <a:r>
                        <a:rPr lang="en-US" sz="2000" cap="none" spc="0" dirty="0">
                          <a:solidFill>
                            <a:schemeClr val="tx1"/>
                          </a:solidFill>
                        </a:rPr>
                        <a:t> those related to gaming.</a:t>
                      </a:r>
                    </a:p>
                  </a:txBody>
                  <a:tcPr marL="80762" marR="62125" marT="62125" marB="62125"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2252224597"/>
                  </a:ext>
                </a:extLst>
              </a:tr>
            </a:tbl>
          </a:graphicData>
        </a:graphic>
      </p:graphicFrame>
    </p:spTree>
    <p:extLst>
      <p:ext uri="{BB962C8B-B14F-4D97-AF65-F5344CB8AC3E}">
        <p14:creationId xmlns:p14="http://schemas.microsoft.com/office/powerpoint/2010/main" val="2328820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2127FA-F1E0-4B4C-90A3-F90D153CF168}"/>
              </a:ext>
            </a:extLst>
          </p:cNvPr>
          <p:cNvSpPr>
            <a:spLocks noGrp="1"/>
          </p:cNvSpPr>
          <p:nvPr>
            <p:ph type="title"/>
          </p:nvPr>
        </p:nvSpPr>
        <p:spPr>
          <a:xfrm>
            <a:off x="1043631" y="809898"/>
            <a:ext cx="9942716" cy="1554480"/>
          </a:xfrm>
        </p:spPr>
        <p:txBody>
          <a:bodyPr anchor="ctr">
            <a:normAutofit/>
          </a:bodyPr>
          <a:lstStyle/>
          <a:p>
            <a:r>
              <a:rPr lang="en-US" sz="4800"/>
              <a:t>Examples</a:t>
            </a:r>
          </a:p>
        </p:txBody>
      </p:sp>
      <p:sp>
        <p:nvSpPr>
          <p:cNvPr id="3" name="Content Placeholder 2">
            <a:extLst>
              <a:ext uri="{FF2B5EF4-FFF2-40B4-BE49-F238E27FC236}">
                <a16:creationId xmlns:a16="http://schemas.microsoft.com/office/drawing/2014/main" id="{E7B6F971-585A-EF7D-2949-5BA7D493FA5E}"/>
              </a:ext>
            </a:extLst>
          </p:cNvPr>
          <p:cNvSpPr>
            <a:spLocks noGrp="1"/>
          </p:cNvSpPr>
          <p:nvPr>
            <p:ph idx="1"/>
          </p:nvPr>
        </p:nvSpPr>
        <p:spPr>
          <a:xfrm>
            <a:off x="1045028" y="3017522"/>
            <a:ext cx="9941319" cy="3124658"/>
          </a:xfrm>
        </p:spPr>
        <p:txBody>
          <a:bodyPr anchor="ctr">
            <a:normAutofit/>
          </a:bodyPr>
          <a:lstStyle/>
          <a:p>
            <a:r>
              <a:rPr lang="en-US" sz="2400"/>
              <a:t>When searching, databases let you add </a:t>
            </a:r>
            <a:r>
              <a:rPr lang="en-US" sz="2400" b="1"/>
              <a:t>filters</a:t>
            </a:r>
            <a:r>
              <a:rPr lang="en-US" sz="2400"/>
              <a:t> to refine results:</a:t>
            </a:r>
          </a:p>
          <a:p>
            <a:r>
              <a:rPr lang="en-US" sz="2400" b="1"/>
              <a:t>Year range:</a:t>
            </a:r>
            <a:r>
              <a:rPr lang="en-US" sz="2400"/>
              <a:t> Limit to 2019–2025 for up-to-date studies.</a:t>
            </a:r>
          </a:p>
          <a:p>
            <a:r>
              <a:rPr lang="en-US" sz="2400" b="1"/>
              <a:t>Keywords:</a:t>
            </a:r>
            <a:r>
              <a:rPr lang="en-US" sz="2400"/>
              <a:t> Include specific terms (e.g., “adaptive learning,” “LMS”).</a:t>
            </a:r>
          </a:p>
          <a:p>
            <a:r>
              <a:rPr lang="en-US" sz="2400" b="1"/>
              <a:t>Document type:</a:t>
            </a:r>
            <a:r>
              <a:rPr lang="en-US" sz="2400"/>
              <a:t> Journal articles only, excluding books or reports.</a:t>
            </a:r>
          </a:p>
          <a:p>
            <a:r>
              <a:rPr lang="en-US" sz="2400" b="1"/>
              <a:t>Language:</a:t>
            </a:r>
            <a:r>
              <a:rPr lang="en-US" sz="2400"/>
              <a:t> English or other preferred languages.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627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C3B3C-81AA-B5BE-720E-6CC27372A8EE}"/>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4600" kern="1200">
                <a:solidFill>
                  <a:schemeClr val="tx1"/>
                </a:solidFill>
                <a:latin typeface="+mj-lt"/>
                <a:ea typeface="+mj-ea"/>
                <a:cs typeface="+mj-cs"/>
              </a:rPr>
              <a:t>Have you heard about critical thinking..?</a:t>
            </a:r>
          </a:p>
        </p:txBody>
      </p:sp>
      <p:grpSp>
        <p:nvGrpSpPr>
          <p:cNvPr id="4105" name="Group 410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4106" name="Rectangle 410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8" name="Rectangle 410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10" name="Rectangle 410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2" name="Rectangle 411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The Importance Of Critical Thinking ...">
            <a:extLst>
              <a:ext uri="{FF2B5EF4-FFF2-40B4-BE49-F238E27FC236}">
                <a16:creationId xmlns:a16="http://schemas.microsoft.com/office/drawing/2014/main" id="{E0015553-0542-FC16-6A0B-2FB46440815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57597" y="666728"/>
            <a:ext cx="5465791" cy="5465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050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09BFEFA-9D6F-4AA5-066E-A2A12CF15DCF}"/>
              </a:ext>
            </a:extLst>
          </p:cNvPr>
          <p:cNvSpPr>
            <a:spLocks noGrp="1"/>
          </p:cNvSpPr>
          <p:nvPr>
            <p:ph type="title"/>
          </p:nvPr>
        </p:nvSpPr>
        <p:spPr>
          <a:xfrm>
            <a:off x="578651" y="1122363"/>
            <a:ext cx="11034695" cy="3174690"/>
          </a:xfrm>
        </p:spPr>
        <p:txBody>
          <a:bodyPr vert="horz" lIns="91440" tIns="45720" rIns="91440" bIns="45720" rtlCol="0" anchor="b">
            <a:normAutofit/>
          </a:bodyPr>
          <a:lstStyle/>
          <a:p>
            <a:r>
              <a:rPr lang="en-US" sz="7400" kern="1200" dirty="0">
                <a:solidFill>
                  <a:schemeClr val="tx1"/>
                </a:solidFill>
                <a:latin typeface="+mj-lt"/>
                <a:ea typeface="+mj-ea"/>
                <a:cs typeface="+mj-cs"/>
              </a:rPr>
              <a:t>goes beyond summarizing — it involves analysis, evaluation, and reflection.</a:t>
            </a:r>
          </a:p>
        </p:txBody>
      </p:sp>
      <p:sp>
        <p:nvSpPr>
          <p:cNvPr id="10" name="Rectangle 9">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2841225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0" name="Rectangle 512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AE8C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Core critical thinking skills and sub-skills Note: is figure shows... |  Download Scientific Diagram">
            <a:extLst>
              <a:ext uri="{FF2B5EF4-FFF2-40B4-BE49-F238E27FC236}">
                <a16:creationId xmlns:a16="http://schemas.microsoft.com/office/drawing/2014/main" id="{8E0C1455-C235-9F6E-3414-FE3A56AE955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43941" y="643467"/>
            <a:ext cx="990411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107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idx="4294967295"/>
          </p:nvPr>
        </p:nvSpPr>
        <p:spPr>
          <a:xfrm>
            <a:off x="793662" y="386930"/>
            <a:ext cx="10066122" cy="1298448"/>
          </a:xfrm>
        </p:spPr>
        <p:txBody>
          <a:bodyPr vert="horz" lIns="91440" tIns="45720" rIns="91440" bIns="45720" rtlCol="0" anchor="b">
            <a:normAutofit/>
          </a:bodyPr>
          <a:lstStyle/>
          <a:p>
            <a:r>
              <a:rPr lang="en-US" sz="2600" b="0" i="0" kern="1200">
                <a:solidFill>
                  <a:schemeClr val="tx1"/>
                </a:solidFill>
                <a:latin typeface="+mj-lt"/>
                <a:ea typeface="+mj-ea"/>
                <a:cs typeface="+mj-cs"/>
              </a:rPr>
              <a:t>Why is it so important to write critically?! Bloom’s Taxomony: Cognitive Domain (1956) as revised by Anderson &amp; Krathwohl (2001)</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2055127" y="2203079"/>
            <a:ext cx="7543191" cy="4393908"/>
          </a:xfrm>
          <a:prstGeom prst="rect">
            <a:avLst/>
          </a:prstGeom>
        </p:spPr>
      </p:pic>
      <p:sp>
        <p:nvSpPr>
          <p:cNvPr id="25" name="Rectangle 2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0244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1872" name="Rectangle 12187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Rectangle 2"/>
          <p:cNvSpPr>
            <a:spLocks noGrp="1" noChangeArrowheads="1"/>
          </p:cNvSpPr>
          <p:nvPr>
            <p:ph type="title"/>
          </p:nvPr>
        </p:nvSpPr>
        <p:spPr>
          <a:xfrm>
            <a:off x="589560" y="856180"/>
            <a:ext cx="4560584" cy="1128068"/>
          </a:xfrm>
        </p:spPr>
        <p:txBody>
          <a:bodyPr anchor="ctr">
            <a:normAutofit/>
          </a:bodyPr>
          <a:lstStyle/>
          <a:p>
            <a:r>
              <a:rPr lang="en-GB" altLang="en-US" sz="3100"/>
              <a:t>Critical thinking</a:t>
            </a:r>
            <a:br>
              <a:rPr lang="en-GB" altLang="en-US" sz="3100"/>
            </a:br>
            <a:r>
              <a:rPr lang="en-GB" altLang="en-US" sz="3100"/>
              <a:t>(a three-year-old’s guide)</a:t>
            </a:r>
          </a:p>
        </p:txBody>
      </p:sp>
      <p:grpSp>
        <p:nvGrpSpPr>
          <p:cNvPr id="121874" name="Group 12187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1875" name="Rectangle 12187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76" name="Rectangle 12187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1878" name="Rectangle 12187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59" name="Rectangle 3"/>
          <p:cNvSpPr>
            <a:spLocks noGrp="1" noChangeArrowheads="1"/>
          </p:cNvSpPr>
          <p:nvPr>
            <p:ph type="body" idx="1"/>
          </p:nvPr>
        </p:nvSpPr>
        <p:spPr>
          <a:xfrm>
            <a:off x="590719" y="2330505"/>
            <a:ext cx="4559425" cy="3979585"/>
          </a:xfrm>
        </p:spPr>
        <p:txBody>
          <a:bodyPr anchor="ctr">
            <a:normAutofit/>
          </a:bodyPr>
          <a:lstStyle/>
          <a:p>
            <a:pPr lvl="1"/>
            <a:r>
              <a:rPr lang="en-GB" altLang="en-US" sz="2000" dirty="0">
                <a:latin typeface="+mj-lt"/>
              </a:rPr>
              <a:t>Why?</a:t>
            </a:r>
          </a:p>
          <a:p>
            <a:pPr lvl="1"/>
            <a:r>
              <a:rPr lang="en-GB" altLang="en-US" sz="2000" dirty="0">
                <a:latin typeface="+mj-lt"/>
              </a:rPr>
              <a:t>How does that work?</a:t>
            </a:r>
          </a:p>
          <a:p>
            <a:pPr lvl="1"/>
            <a:r>
              <a:rPr lang="en-GB" altLang="en-US" sz="2000" dirty="0">
                <a:latin typeface="+mj-lt"/>
              </a:rPr>
              <a:t>What’s that made of?</a:t>
            </a:r>
          </a:p>
          <a:p>
            <a:pPr lvl="1"/>
            <a:r>
              <a:rPr lang="en-GB" altLang="en-US" sz="2000" dirty="0">
                <a:latin typeface="+mj-lt"/>
              </a:rPr>
              <a:t>What’s that for?</a:t>
            </a:r>
          </a:p>
          <a:p>
            <a:pPr lvl="1"/>
            <a:r>
              <a:rPr lang="en-GB" altLang="en-US" sz="2000" dirty="0">
                <a:latin typeface="+mj-lt"/>
              </a:rPr>
              <a:t>What does that mean?</a:t>
            </a:r>
          </a:p>
          <a:p>
            <a:pPr lvl="1"/>
            <a:r>
              <a:rPr lang="en-GB" altLang="en-US" sz="2000" dirty="0">
                <a:latin typeface="+mj-lt"/>
              </a:rPr>
              <a:t>But X says…</a:t>
            </a:r>
          </a:p>
          <a:p>
            <a:pPr lvl="1"/>
            <a:r>
              <a:rPr lang="en-GB" altLang="en-US" sz="2000" dirty="0">
                <a:latin typeface="+mj-lt"/>
              </a:rPr>
              <a:t>How do you know?</a:t>
            </a:r>
          </a:p>
          <a:p>
            <a:pPr lvl="1"/>
            <a:r>
              <a:rPr lang="en-GB" altLang="en-US" sz="2000" dirty="0">
                <a:latin typeface="+mj-lt"/>
              </a:rPr>
              <a:t>So what? </a:t>
            </a:r>
          </a:p>
          <a:p>
            <a:pPr lvl="1"/>
            <a:r>
              <a:rPr lang="en-GB" altLang="en-US" sz="2000" dirty="0">
                <a:latin typeface="+mj-lt"/>
              </a:rPr>
              <a:t>Says who?</a:t>
            </a:r>
          </a:p>
          <a:p>
            <a:pPr lvl="1"/>
            <a:r>
              <a:rPr lang="en-GB" altLang="en-US" sz="2000" dirty="0">
                <a:latin typeface="+mj-lt"/>
              </a:rPr>
              <a:t>What happens if…</a:t>
            </a:r>
          </a:p>
        </p:txBody>
      </p:sp>
      <p:sp>
        <p:nvSpPr>
          <p:cNvPr id="121880" name="Rectangle 12187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82" name="Rectangle 12188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1861" name="Picture 121860" descr="Wood human figure">
            <a:extLst>
              <a:ext uri="{FF2B5EF4-FFF2-40B4-BE49-F238E27FC236}">
                <a16:creationId xmlns:a16="http://schemas.microsoft.com/office/drawing/2014/main" id="{771863A2-566B-6AFD-F661-53757942CD73}"/>
              </a:ext>
            </a:extLst>
          </p:cNvPr>
          <p:cNvPicPr>
            <a:picLocks noChangeAspect="1"/>
          </p:cNvPicPr>
          <p:nvPr/>
        </p:nvPicPr>
        <p:blipFill>
          <a:blip r:embed="rId3"/>
          <a:srcRect r="31143" b="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700564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6995"/>
            <a:ext cx="10515600" cy="1133693"/>
          </a:xfrm>
        </p:spPr>
        <p:txBody>
          <a:bodyPr>
            <a:normAutofit/>
          </a:bodyPr>
          <a:lstStyle/>
          <a:p>
            <a:r>
              <a:rPr lang="en-GB" sz="3600"/>
              <a:t>What critical thinking can mean in terms of the literature review</a:t>
            </a:r>
          </a:p>
        </p:txBody>
      </p:sp>
      <p:graphicFrame>
        <p:nvGraphicFramePr>
          <p:cNvPr id="5" name="Content Placeholder 2">
            <a:extLst>
              <a:ext uri="{FF2B5EF4-FFF2-40B4-BE49-F238E27FC236}">
                <a16:creationId xmlns:a16="http://schemas.microsoft.com/office/drawing/2014/main" id="{65DA98A2-34E8-FD61-A619-075A825088EF}"/>
              </a:ext>
            </a:extLst>
          </p:cNvPr>
          <p:cNvGraphicFramePr>
            <a:graphicFrameLocks noGrp="1"/>
          </p:cNvGraphicFramePr>
          <p:nvPr>
            <p:ph idx="1"/>
            <p:extLst>
              <p:ext uri="{D42A27DB-BD31-4B8C-83A1-F6EECF244321}">
                <p14:modId xmlns:p14="http://schemas.microsoft.com/office/powerpoint/2010/main" val="384315834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6101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BF295-D72D-7EA0-B343-366B4D17A041}"/>
              </a:ext>
            </a:extLst>
          </p:cNvPr>
          <p:cNvSpPr>
            <a:spLocks noGrp="1"/>
          </p:cNvSpPr>
          <p:nvPr>
            <p:ph type="title"/>
          </p:nvPr>
        </p:nvSpPr>
        <p:spPr>
          <a:xfrm>
            <a:off x="838200" y="556995"/>
            <a:ext cx="10515600" cy="1133693"/>
          </a:xfrm>
        </p:spPr>
        <p:txBody>
          <a:bodyPr>
            <a:normAutofit/>
          </a:bodyPr>
          <a:lstStyle/>
          <a:p>
            <a:r>
              <a:rPr lang="en-US" sz="5200"/>
              <a:t>Ask…</a:t>
            </a:r>
          </a:p>
        </p:txBody>
      </p:sp>
      <p:graphicFrame>
        <p:nvGraphicFramePr>
          <p:cNvPr id="4" name="Content Placeholder 3">
            <a:extLst>
              <a:ext uri="{FF2B5EF4-FFF2-40B4-BE49-F238E27FC236}">
                <a16:creationId xmlns:a16="http://schemas.microsoft.com/office/drawing/2014/main" id="{DEABF171-BB7C-7C3F-AD98-DE6E3552F6E5}"/>
              </a:ext>
            </a:extLst>
          </p:cNvPr>
          <p:cNvGraphicFramePr>
            <a:graphicFrameLocks noGrp="1"/>
          </p:cNvGraphicFramePr>
          <p:nvPr>
            <p:ph idx="1"/>
            <p:extLst>
              <p:ext uri="{D42A27DB-BD31-4B8C-83A1-F6EECF244321}">
                <p14:modId xmlns:p14="http://schemas.microsoft.com/office/powerpoint/2010/main" val="2159266229"/>
              </p:ext>
            </p:extLst>
          </p:nvPr>
        </p:nvGraphicFramePr>
        <p:xfrm>
          <a:off x="1997047" y="1949664"/>
          <a:ext cx="8886543" cy="4351341"/>
        </p:xfrm>
        <a:graphic>
          <a:graphicData uri="http://schemas.openxmlformats.org/drawingml/2006/table">
            <a:tbl>
              <a:tblPr/>
              <a:tblGrid>
                <a:gridCol w="2517948">
                  <a:extLst>
                    <a:ext uri="{9D8B030D-6E8A-4147-A177-3AD203B41FA5}">
                      <a16:colId xmlns:a16="http://schemas.microsoft.com/office/drawing/2014/main" val="3114323352"/>
                    </a:ext>
                  </a:extLst>
                </a:gridCol>
                <a:gridCol w="6368595">
                  <a:extLst>
                    <a:ext uri="{9D8B030D-6E8A-4147-A177-3AD203B41FA5}">
                      <a16:colId xmlns:a16="http://schemas.microsoft.com/office/drawing/2014/main" val="938353936"/>
                    </a:ext>
                  </a:extLst>
                </a:gridCol>
              </a:tblGrid>
              <a:tr h="610704">
                <a:tc>
                  <a:txBody>
                    <a:bodyPr/>
                    <a:lstStyle/>
                    <a:p>
                      <a:pPr>
                        <a:buNone/>
                      </a:pPr>
                      <a:r>
                        <a:rPr lang="en-US" sz="2800" b="1"/>
                        <a:t>Criteria</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US" sz="2800" b="1"/>
                        <a:t>Questions to Ask</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409686003"/>
                  </a:ext>
                </a:extLst>
              </a:tr>
              <a:tr h="1043311">
                <a:tc>
                  <a:txBody>
                    <a:bodyPr/>
                    <a:lstStyle/>
                    <a:p>
                      <a:pPr>
                        <a:buNone/>
                      </a:pPr>
                      <a:r>
                        <a:rPr lang="en-US" sz="2800"/>
                        <a:t>Purpose</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US" sz="2800" dirty="0"/>
                        <a:t>What was the author trying to achieve?</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630608115"/>
                  </a:ext>
                </a:extLst>
              </a:tr>
              <a:tr h="610704">
                <a:tc>
                  <a:txBody>
                    <a:bodyPr/>
                    <a:lstStyle/>
                    <a:p>
                      <a:pPr>
                        <a:buNone/>
                      </a:pPr>
                      <a:r>
                        <a:rPr lang="en-US" sz="2800"/>
                        <a:t>Methodology</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US" sz="2800"/>
                        <a:t>Is it suitable and valid?</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50215797"/>
                  </a:ext>
                </a:extLst>
              </a:tr>
              <a:tr h="1043311">
                <a:tc>
                  <a:txBody>
                    <a:bodyPr/>
                    <a:lstStyle/>
                    <a:p>
                      <a:pPr>
                        <a:buNone/>
                      </a:pPr>
                      <a:r>
                        <a:rPr lang="en-US" sz="2800"/>
                        <a:t>Results</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US" sz="2800"/>
                        <a:t>Are they significant and reproducible?</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11417490"/>
                  </a:ext>
                </a:extLst>
              </a:tr>
              <a:tr h="1043311">
                <a:tc>
                  <a:txBody>
                    <a:bodyPr/>
                    <a:lstStyle/>
                    <a:p>
                      <a:pPr>
                        <a:buNone/>
                      </a:pPr>
                      <a:r>
                        <a:rPr lang="en-US" sz="2800"/>
                        <a:t>Implications</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US" sz="2800" dirty="0"/>
                        <a:t>How does it relate to your problem?</a:t>
                      </a:r>
                    </a:p>
                  </a:txBody>
                  <a:tcPr marL="144603" marR="144603" marT="72302" marB="72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400500333"/>
                  </a:ext>
                </a:extLst>
              </a:tr>
            </a:tbl>
          </a:graphicData>
        </a:graphic>
      </p:graphicFrame>
    </p:spTree>
    <p:extLst>
      <p:ext uri="{BB962C8B-B14F-4D97-AF65-F5344CB8AC3E}">
        <p14:creationId xmlns:p14="http://schemas.microsoft.com/office/powerpoint/2010/main" val="174680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D2040B-AAE5-04E5-CA85-63212F074D45}"/>
              </a:ext>
            </a:extLst>
          </p:cNvPr>
          <p:cNvSpPr>
            <a:spLocks noGrp="1"/>
          </p:cNvSpPr>
          <p:nvPr>
            <p:ph type="title"/>
          </p:nvPr>
        </p:nvSpPr>
        <p:spPr>
          <a:xfrm>
            <a:off x="761800" y="762001"/>
            <a:ext cx="5334197" cy="1708242"/>
          </a:xfrm>
        </p:spPr>
        <p:txBody>
          <a:bodyPr anchor="ctr">
            <a:normAutofit/>
          </a:bodyPr>
          <a:lstStyle/>
          <a:p>
            <a:r>
              <a:rPr lang="en-US" sz="4000"/>
              <a:t>Synthesizing Information</a:t>
            </a:r>
          </a:p>
        </p:txBody>
      </p:sp>
      <p:sp>
        <p:nvSpPr>
          <p:cNvPr id="3" name="Content Placeholder 2">
            <a:extLst>
              <a:ext uri="{FF2B5EF4-FFF2-40B4-BE49-F238E27FC236}">
                <a16:creationId xmlns:a16="http://schemas.microsoft.com/office/drawing/2014/main" id="{E88FF8E2-78AA-B6A6-E66F-10D35DDBF034}"/>
              </a:ext>
            </a:extLst>
          </p:cNvPr>
          <p:cNvSpPr>
            <a:spLocks noGrp="1"/>
          </p:cNvSpPr>
          <p:nvPr>
            <p:ph idx="1"/>
          </p:nvPr>
        </p:nvSpPr>
        <p:spPr>
          <a:xfrm>
            <a:off x="761800" y="2470244"/>
            <a:ext cx="5334197" cy="3769835"/>
          </a:xfrm>
        </p:spPr>
        <p:txBody>
          <a:bodyPr anchor="ctr">
            <a:normAutofit/>
          </a:bodyPr>
          <a:lstStyle/>
          <a:p>
            <a:r>
              <a:rPr lang="en-US" sz="2400" b="1" dirty="0"/>
              <a:t>Synthesis</a:t>
            </a:r>
            <a:r>
              <a:rPr lang="en-US" sz="2400" dirty="0"/>
              <a:t> = connecting ideas, not just summarizing them.</a:t>
            </a:r>
          </a:p>
          <a:p>
            <a:pPr lvl="1"/>
            <a:r>
              <a:rPr lang="en-US" dirty="0"/>
              <a:t>Compare and contrast studies.</a:t>
            </a:r>
          </a:p>
          <a:p>
            <a:pPr lvl="1"/>
            <a:r>
              <a:rPr lang="en-US" dirty="0"/>
              <a:t>Identify relationships between variables and theories.</a:t>
            </a:r>
          </a:p>
          <a:p>
            <a:pPr lvl="1"/>
            <a:r>
              <a:rPr lang="en-US" dirty="0"/>
              <a:t>Highlight trends and emerging themes.</a:t>
            </a:r>
          </a:p>
          <a:p>
            <a:pPr lvl="1"/>
            <a:r>
              <a:rPr lang="en-US" dirty="0"/>
              <a:t>Develop a </a:t>
            </a:r>
            <a:r>
              <a:rPr lang="en-US" b="1" dirty="0"/>
              <a:t>conceptual map</a:t>
            </a:r>
            <a:r>
              <a:rPr lang="en-US" dirty="0"/>
              <a:t> to visualize these connections</a:t>
            </a:r>
          </a:p>
          <a:p>
            <a:endParaRPr lang="en-US" sz="2400" dirty="0"/>
          </a:p>
        </p:txBody>
      </p:sp>
      <p:pic>
        <p:nvPicPr>
          <p:cNvPr id="16" name="Picture 15" descr="Different colored dots on white wall">
            <a:extLst>
              <a:ext uri="{FF2B5EF4-FFF2-40B4-BE49-F238E27FC236}">
                <a16:creationId xmlns:a16="http://schemas.microsoft.com/office/drawing/2014/main" id="{FB768370-7E67-3A6C-1C97-AFCE7BAB9116}"/>
              </a:ext>
            </a:extLst>
          </p:cNvPr>
          <p:cNvPicPr>
            <a:picLocks noChangeAspect="1"/>
          </p:cNvPicPr>
          <p:nvPr/>
        </p:nvPicPr>
        <p:blipFill>
          <a:blip r:embed="rId2"/>
          <a:srcRect l="21120" r="23355"/>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541352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Concept map for literature review | Download Scientific Diagram">
            <a:extLst>
              <a:ext uri="{FF2B5EF4-FFF2-40B4-BE49-F238E27FC236}">
                <a16:creationId xmlns:a16="http://schemas.microsoft.com/office/drawing/2014/main" id="{D4A067F7-0EF8-F3CA-2CF6-301E8B5722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312761" y="643466"/>
            <a:ext cx="9566478"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139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Literature Review Mind Map | Download Scientific Diagram">
            <a:extLst>
              <a:ext uri="{FF2B5EF4-FFF2-40B4-BE49-F238E27FC236}">
                <a16:creationId xmlns:a16="http://schemas.microsoft.com/office/drawing/2014/main" id="{98E266F1-89DE-BFDC-0644-07FCC6D4DF9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30621" y="643466"/>
            <a:ext cx="633075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348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218" name="Picture 2" descr="Rising Scholars - Application of literature maps and literature matrices  for quick and effective literature reviews">
            <a:extLst>
              <a:ext uri="{FF2B5EF4-FFF2-40B4-BE49-F238E27FC236}">
                <a16:creationId xmlns:a16="http://schemas.microsoft.com/office/drawing/2014/main" id="{50F6547A-2C69-BA63-386D-FD1CB1534A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88620" y="643466"/>
            <a:ext cx="681476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102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2" descr="Visual map of the literature review. | Download Scientific Diagram">
            <a:extLst>
              <a:ext uri="{FF2B5EF4-FFF2-40B4-BE49-F238E27FC236}">
                <a16:creationId xmlns:a16="http://schemas.microsoft.com/office/drawing/2014/main" id="{52BBD72D-CD19-D91A-4824-B4CE7546520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71081" y="643466"/>
            <a:ext cx="824983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548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CC7F372-44A8-ECB4-ADFC-53F57A3FB0D3}"/>
              </a:ext>
            </a:extLst>
          </p:cNvPr>
          <p:cNvSpPr>
            <a:spLocks noGrp="1"/>
          </p:cNvSpPr>
          <p:nvPr>
            <p:ph type="title"/>
          </p:nvPr>
        </p:nvSpPr>
        <p:spPr>
          <a:xfrm>
            <a:off x="1115568" y="548640"/>
            <a:ext cx="10168128" cy="1179576"/>
          </a:xfrm>
        </p:spPr>
        <p:txBody>
          <a:bodyPr>
            <a:normAutofit/>
          </a:bodyPr>
          <a:lstStyle/>
          <a:p>
            <a:r>
              <a:rPr lang="en-US" sz="4000"/>
              <a:t>Effective Writing Tips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Content Placeholder 2">
            <a:extLst>
              <a:ext uri="{FF2B5EF4-FFF2-40B4-BE49-F238E27FC236}">
                <a16:creationId xmlns:a16="http://schemas.microsoft.com/office/drawing/2014/main" id="{8B1B93F3-8047-03EC-377C-9BAFFAE7C62E}"/>
              </a:ext>
            </a:extLst>
          </p:cNvPr>
          <p:cNvSpPr>
            <a:spLocks noGrp="1"/>
          </p:cNvSpPr>
          <p:nvPr>
            <p:ph idx="1"/>
          </p:nvPr>
        </p:nvSpPr>
        <p:spPr>
          <a:xfrm>
            <a:off x="1115568" y="2481943"/>
            <a:ext cx="10168128" cy="3695020"/>
          </a:xfrm>
        </p:spPr>
        <p:txBody>
          <a:bodyPr>
            <a:normAutofit/>
          </a:bodyPr>
          <a:lstStyle/>
          <a:p>
            <a:r>
              <a:rPr lang="en-US" sz="2200"/>
              <a:t>Each paragraph has one central idea.</a:t>
            </a:r>
          </a:p>
          <a:p>
            <a:r>
              <a:rPr lang="en-US" sz="2200"/>
              <a:t>Sentences logically connect using linking phrases (However, Moreover, In contrast).</a:t>
            </a:r>
          </a:p>
          <a:p>
            <a:r>
              <a:rPr lang="en-US" sz="2200"/>
              <a:t>Avoid redundancy and filler words.</a:t>
            </a:r>
          </a:p>
          <a:p>
            <a:pPr lvl="1"/>
            <a:r>
              <a:rPr lang="en-US" sz="2200" b="1"/>
              <a:t>Paragraph model:</a:t>
            </a:r>
            <a:br>
              <a:rPr lang="en-US" sz="2200"/>
            </a:br>
            <a:r>
              <a:rPr lang="en-US" sz="2200"/>
              <a:t>Topic sentence → Evidence → Comparison → Critique → Link to your study.</a:t>
            </a:r>
          </a:p>
          <a:p>
            <a:r>
              <a:rPr lang="en-US" sz="2200" i="1"/>
              <a:t>Example:</a:t>
            </a:r>
            <a:endParaRPr lang="en-US" sz="2200"/>
          </a:p>
          <a:p>
            <a:pPr lvl="1"/>
            <a:r>
              <a:rPr lang="en-US" sz="2200"/>
              <a:t>While most studies (Lee, 2021; Kumar, 2022) highlight AI’s role in efficiency, few address ethical data usage in Sri Lankan schools, indicating a contextual research gap.</a:t>
            </a:r>
          </a:p>
          <a:p>
            <a:endParaRPr lang="en-US" sz="2200"/>
          </a:p>
        </p:txBody>
      </p:sp>
    </p:spTree>
    <p:extLst>
      <p:ext uri="{BB962C8B-B14F-4D97-AF65-F5344CB8AC3E}">
        <p14:creationId xmlns:p14="http://schemas.microsoft.com/office/powerpoint/2010/main" val="3895097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920D411-7B88-1618-7AFD-750FDC7EEF52}"/>
              </a:ext>
            </a:extLst>
          </p:cNvPr>
          <p:cNvSpPr>
            <a:spLocks noGrp="1"/>
          </p:cNvSpPr>
          <p:nvPr>
            <p:ph type="title"/>
          </p:nvPr>
        </p:nvSpPr>
        <p:spPr>
          <a:xfrm>
            <a:off x="1115568" y="548640"/>
            <a:ext cx="10168128" cy="1179576"/>
          </a:xfrm>
        </p:spPr>
        <p:txBody>
          <a:bodyPr>
            <a:normAutofit/>
          </a:bodyPr>
          <a:lstStyle/>
          <a:p>
            <a:r>
              <a:rPr lang="en-US" sz="4000" dirty="0"/>
              <a:t>Quoting, Paraphrasing &amp; Summarizing</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C1FAC833-F49F-7700-FCA2-013393663F41}"/>
              </a:ext>
            </a:extLst>
          </p:cNvPr>
          <p:cNvGraphicFramePr>
            <a:graphicFrameLocks noGrp="1"/>
          </p:cNvGraphicFramePr>
          <p:nvPr>
            <p:ph idx="1"/>
            <p:extLst>
              <p:ext uri="{D42A27DB-BD31-4B8C-83A1-F6EECF244321}">
                <p14:modId xmlns:p14="http://schemas.microsoft.com/office/powerpoint/2010/main" val="4115766644"/>
              </p:ext>
            </p:extLst>
          </p:nvPr>
        </p:nvGraphicFramePr>
        <p:xfrm>
          <a:off x="1755722" y="2269730"/>
          <a:ext cx="8887821" cy="3993913"/>
        </p:xfrm>
        <a:graphic>
          <a:graphicData uri="http://schemas.openxmlformats.org/drawingml/2006/table">
            <a:tbl>
              <a:tblPr>
                <a:tableStyleId>{9DCAF9ED-07DC-4A11-8D7F-57B35C25682E}</a:tableStyleId>
              </a:tblPr>
              <a:tblGrid>
                <a:gridCol w="1913437">
                  <a:extLst>
                    <a:ext uri="{9D8B030D-6E8A-4147-A177-3AD203B41FA5}">
                      <a16:colId xmlns:a16="http://schemas.microsoft.com/office/drawing/2014/main" val="2525235739"/>
                    </a:ext>
                  </a:extLst>
                </a:gridCol>
                <a:gridCol w="3300211">
                  <a:extLst>
                    <a:ext uri="{9D8B030D-6E8A-4147-A177-3AD203B41FA5}">
                      <a16:colId xmlns:a16="http://schemas.microsoft.com/office/drawing/2014/main" val="1108752039"/>
                    </a:ext>
                  </a:extLst>
                </a:gridCol>
                <a:gridCol w="3674173">
                  <a:extLst>
                    <a:ext uri="{9D8B030D-6E8A-4147-A177-3AD203B41FA5}">
                      <a16:colId xmlns:a16="http://schemas.microsoft.com/office/drawing/2014/main" val="1945764338"/>
                    </a:ext>
                  </a:extLst>
                </a:gridCol>
              </a:tblGrid>
              <a:tr h="493630">
                <a:tc>
                  <a:txBody>
                    <a:bodyPr/>
                    <a:lstStyle/>
                    <a:p>
                      <a:pPr>
                        <a:buNone/>
                      </a:pPr>
                      <a:r>
                        <a:rPr lang="en-US" sz="2200"/>
                        <a:t>Type</a:t>
                      </a:r>
                    </a:p>
                  </a:txBody>
                  <a:tcPr marL="112188" marR="112188" marT="56094" marB="56094" anchor="ctr"/>
                </a:tc>
                <a:tc>
                  <a:txBody>
                    <a:bodyPr/>
                    <a:lstStyle/>
                    <a:p>
                      <a:pPr>
                        <a:buNone/>
                      </a:pPr>
                      <a:r>
                        <a:rPr lang="en-US" sz="2200"/>
                        <a:t>Description</a:t>
                      </a:r>
                    </a:p>
                  </a:txBody>
                  <a:tcPr marL="112188" marR="112188" marT="56094" marB="56094" anchor="ctr"/>
                </a:tc>
                <a:tc>
                  <a:txBody>
                    <a:bodyPr/>
                    <a:lstStyle/>
                    <a:p>
                      <a:pPr>
                        <a:buNone/>
                      </a:pPr>
                      <a:r>
                        <a:rPr lang="en-US" sz="2200"/>
                        <a:t>Example</a:t>
                      </a:r>
                    </a:p>
                  </a:txBody>
                  <a:tcPr marL="112188" marR="112188" marT="56094" marB="56094" anchor="ctr"/>
                </a:tc>
                <a:extLst>
                  <a:ext uri="{0D108BD9-81ED-4DB2-BD59-A6C34878D82A}">
                    <a16:rowId xmlns:a16="http://schemas.microsoft.com/office/drawing/2014/main" val="356754484"/>
                  </a:ext>
                </a:extLst>
              </a:tr>
              <a:tr h="1166761">
                <a:tc>
                  <a:txBody>
                    <a:bodyPr/>
                    <a:lstStyle/>
                    <a:p>
                      <a:pPr>
                        <a:buNone/>
                      </a:pPr>
                      <a:r>
                        <a:rPr lang="en-US" sz="2200" b="1"/>
                        <a:t>Quotation</a:t>
                      </a:r>
                      <a:endParaRPr lang="en-US" sz="2200"/>
                    </a:p>
                  </a:txBody>
                  <a:tcPr marL="112188" marR="112188" marT="56094" marB="56094" anchor="ctr"/>
                </a:tc>
                <a:tc>
                  <a:txBody>
                    <a:bodyPr/>
                    <a:lstStyle/>
                    <a:p>
                      <a:pPr>
                        <a:buNone/>
                      </a:pPr>
                      <a:r>
                        <a:rPr lang="en-US" sz="2200" dirty="0"/>
                        <a:t>Using exact words with citation.</a:t>
                      </a:r>
                    </a:p>
                  </a:txBody>
                  <a:tcPr marL="112188" marR="112188" marT="56094" marB="56094" anchor="ctr"/>
                </a:tc>
                <a:tc>
                  <a:txBody>
                    <a:bodyPr/>
                    <a:lstStyle/>
                    <a:p>
                      <a:pPr>
                        <a:buNone/>
                      </a:pPr>
                      <a:r>
                        <a:rPr lang="en-US" sz="2200"/>
                        <a:t>“AI improves decision-making efficiency” (Smith, 2022, p. 45).</a:t>
                      </a:r>
                    </a:p>
                  </a:txBody>
                  <a:tcPr marL="112188" marR="112188" marT="56094" marB="56094" anchor="ctr"/>
                </a:tc>
                <a:extLst>
                  <a:ext uri="{0D108BD9-81ED-4DB2-BD59-A6C34878D82A}">
                    <a16:rowId xmlns:a16="http://schemas.microsoft.com/office/drawing/2014/main" val="3648896357"/>
                  </a:ext>
                </a:extLst>
              </a:tr>
              <a:tr h="1166761">
                <a:tc>
                  <a:txBody>
                    <a:bodyPr/>
                    <a:lstStyle/>
                    <a:p>
                      <a:pPr>
                        <a:buNone/>
                      </a:pPr>
                      <a:r>
                        <a:rPr lang="en-US" sz="2200" b="1"/>
                        <a:t>Paraphrase</a:t>
                      </a:r>
                      <a:endParaRPr lang="en-US" sz="2200"/>
                    </a:p>
                  </a:txBody>
                  <a:tcPr marL="112188" marR="112188" marT="56094" marB="56094" anchor="ctr"/>
                </a:tc>
                <a:tc>
                  <a:txBody>
                    <a:bodyPr/>
                    <a:lstStyle/>
                    <a:p>
                      <a:pPr>
                        <a:buNone/>
                      </a:pPr>
                      <a:r>
                        <a:rPr lang="en-US" sz="2200"/>
                        <a:t>Rewriting in your own words, keeping original meaning.</a:t>
                      </a:r>
                    </a:p>
                  </a:txBody>
                  <a:tcPr marL="112188" marR="112188" marT="56094" marB="56094" anchor="ctr"/>
                </a:tc>
                <a:tc>
                  <a:txBody>
                    <a:bodyPr/>
                    <a:lstStyle/>
                    <a:p>
                      <a:pPr>
                        <a:buNone/>
                      </a:pPr>
                      <a:r>
                        <a:rPr lang="en-US" sz="2200"/>
                        <a:t>Smith (2022) emphasizes that AI allows more accurate decisions.</a:t>
                      </a:r>
                    </a:p>
                  </a:txBody>
                  <a:tcPr marL="112188" marR="112188" marT="56094" marB="56094" anchor="ctr"/>
                </a:tc>
                <a:extLst>
                  <a:ext uri="{0D108BD9-81ED-4DB2-BD59-A6C34878D82A}">
                    <a16:rowId xmlns:a16="http://schemas.microsoft.com/office/drawing/2014/main" val="99879969"/>
                  </a:ext>
                </a:extLst>
              </a:tr>
              <a:tr h="1166761">
                <a:tc>
                  <a:txBody>
                    <a:bodyPr/>
                    <a:lstStyle/>
                    <a:p>
                      <a:pPr>
                        <a:buNone/>
                      </a:pPr>
                      <a:r>
                        <a:rPr lang="en-US" sz="2200" b="1"/>
                        <a:t>Summary</a:t>
                      </a:r>
                      <a:endParaRPr lang="en-US" sz="2200"/>
                    </a:p>
                  </a:txBody>
                  <a:tcPr marL="112188" marR="112188" marT="56094" marB="56094" anchor="ctr"/>
                </a:tc>
                <a:tc>
                  <a:txBody>
                    <a:bodyPr/>
                    <a:lstStyle/>
                    <a:p>
                      <a:pPr>
                        <a:buNone/>
                      </a:pPr>
                      <a:r>
                        <a:rPr lang="en-US" sz="2200"/>
                        <a:t>Condensing key points.</a:t>
                      </a:r>
                    </a:p>
                  </a:txBody>
                  <a:tcPr marL="112188" marR="112188" marT="56094" marB="56094" anchor="ctr"/>
                </a:tc>
                <a:tc>
                  <a:txBody>
                    <a:bodyPr/>
                    <a:lstStyle/>
                    <a:p>
                      <a:pPr>
                        <a:buNone/>
                      </a:pPr>
                      <a:r>
                        <a:rPr lang="en-US" sz="2200" dirty="0"/>
                        <a:t>AI tools enhance precision and speed in managerial tasks (Smith, 2022).</a:t>
                      </a:r>
                    </a:p>
                  </a:txBody>
                  <a:tcPr marL="112188" marR="112188" marT="56094" marB="56094" anchor="ctr"/>
                </a:tc>
                <a:extLst>
                  <a:ext uri="{0D108BD9-81ED-4DB2-BD59-A6C34878D82A}">
                    <a16:rowId xmlns:a16="http://schemas.microsoft.com/office/drawing/2014/main" val="754394392"/>
                  </a:ext>
                </a:extLst>
              </a:tr>
            </a:tbl>
          </a:graphicData>
        </a:graphic>
      </p:graphicFrame>
    </p:spTree>
    <p:extLst>
      <p:ext uri="{BB962C8B-B14F-4D97-AF65-F5344CB8AC3E}">
        <p14:creationId xmlns:p14="http://schemas.microsoft.com/office/powerpoint/2010/main" val="3730252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366D19C-DA66-25DD-3D36-6024C630762D}"/>
              </a:ext>
            </a:extLst>
          </p:cNvPr>
          <p:cNvSpPr>
            <a:spLocks noGrp="1"/>
          </p:cNvSpPr>
          <p:nvPr>
            <p:ph type="title"/>
          </p:nvPr>
        </p:nvSpPr>
        <p:spPr>
          <a:xfrm>
            <a:off x="1115568" y="548640"/>
            <a:ext cx="10168128" cy="1179576"/>
          </a:xfrm>
        </p:spPr>
        <p:txBody>
          <a:bodyPr>
            <a:normAutofit/>
          </a:bodyPr>
          <a:lstStyle/>
          <a:p>
            <a:r>
              <a:rPr lang="en-US" sz="4000"/>
              <a:t>Referencing and Citations (Harvard Style)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A28413B-2292-767C-FD29-D10125ABB895}"/>
              </a:ext>
            </a:extLst>
          </p:cNvPr>
          <p:cNvSpPr>
            <a:spLocks noGrp="1"/>
          </p:cNvSpPr>
          <p:nvPr>
            <p:ph idx="1"/>
          </p:nvPr>
        </p:nvSpPr>
        <p:spPr>
          <a:xfrm>
            <a:off x="1115568" y="2481943"/>
            <a:ext cx="10168128" cy="3695020"/>
          </a:xfrm>
        </p:spPr>
        <p:txBody>
          <a:bodyPr>
            <a:normAutofit/>
          </a:bodyPr>
          <a:lstStyle/>
          <a:p>
            <a:r>
              <a:rPr lang="en-US" sz="2200" b="1" dirty="0"/>
              <a:t>In-Text Citation:</a:t>
            </a:r>
            <a:endParaRPr lang="en-US" sz="2200" dirty="0"/>
          </a:p>
          <a:p>
            <a:pPr lvl="1"/>
            <a:r>
              <a:rPr lang="en-US" sz="2200" dirty="0"/>
              <a:t>(Author, Year) or Author (Year)</a:t>
            </a:r>
          </a:p>
          <a:p>
            <a:r>
              <a:rPr lang="en-US" sz="2200" b="1" dirty="0"/>
              <a:t>Reference List Example:</a:t>
            </a:r>
            <a:endParaRPr lang="en-US" sz="2200" dirty="0"/>
          </a:p>
          <a:p>
            <a:pPr lvl="1"/>
            <a:r>
              <a:rPr lang="en-US" sz="2200" dirty="0"/>
              <a:t>Vargo, S.L., &amp; Lusch, R.F. (2012). </a:t>
            </a:r>
            <a:r>
              <a:rPr lang="en-US" sz="2200" i="1" dirty="0"/>
              <a:t>Evolving to a new dominant logic for marketing.</a:t>
            </a:r>
            <a:r>
              <a:rPr lang="en-US" sz="2200" dirty="0"/>
              <a:t> </a:t>
            </a:r>
            <a:r>
              <a:rPr lang="en-US" sz="2200" i="1" dirty="0"/>
              <a:t>Journal of Marketing</a:t>
            </a:r>
            <a:r>
              <a:rPr lang="en-US" sz="2200" dirty="0"/>
              <a:t>, 68, 1–17.</a:t>
            </a:r>
          </a:p>
          <a:p>
            <a:r>
              <a:rPr lang="en-US" sz="2200" dirty="0"/>
              <a:t>Referencing means giving proper credit to the original sources you use in your research.</a:t>
            </a:r>
          </a:p>
          <a:p>
            <a:r>
              <a:rPr lang="en-US" sz="2200" dirty="0"/>
              <a:t>In IEEE style, we use </a:t>
            </a:r>
            <a:r>
              <a:rPr lang="en-US" sz="2200" b="1" dirty="0"/>
              <a:t>numbers in square brackets [ ]</a:t>
            </a:r>
            <a:r>
              <a:rPr lang="en-US" sz="2200" dirty="0"/>
              <a:t> to identify sources in the text — these numbers correspond to a </a:t>
            </a:r>
            <a:r>
              <a:rPr lang="en-US" sz="2200" b="1" dirty="0"/>
              <a:t>numbered reference list</a:t>
            </a:r>
            <a:r>
              <a:rPr lang="en-US" sz="2200" dirty="0"/>
              <a:t> at the end of your report or thesis.</a:t>
            </a:r>
          </a:p>
        </p:txBody>
      </p:sp>
    </p:spTree>
    <p:extLst>
      <p:ext uri="{BB962C8B-B14F-4D97-AF65-F5344CB8AC3E}">
        <p14:creationId xmlns:p14="http://schemas.microsoft.com/office/powerpoint/2010/main" val="60292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0DF6CD1-11F3-4C4C-0AA2-B32F6649834A}"/>
              </a:ext>
            </a:extLst>
          </p:cNvPr>
          <p:cNvSpPr>
            <a:spLocks noGrp="1"/>
          </p:cNvSpPr>
          <p:nvPr>
            <p:ph type="title"/>
          </p:nvPr>
        </p:nvSpPr>
        <p:spPr>
          <a:xfrm>
            <a:off x="1115568" y="548640"/>
            <a:ext cx="10168128" cy="1179576"/>
          </a:xfrm>
        </p:spPr>
        <p:txBody>
          <a:bodyPr>
            <a:normAutofit/>
          </a:bodyPr>
          <a:lstStyle/>
          <a:p>
            <a:r>
              <a:rPr lang="en-US" sz="4000"/>
              <a:t>IEEE References</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9210901C-E8E0-B19B-704E-53101CE18330}"/>
              </a:ext>
            </a:extLst>
          </p:cNvPr>
          <p:cNvGraphicFramePr>
            <a:graphicFrameLocks noGrp="1"/>
          </p:cNvGraphicFramePr>
          <p:nvPr>
            <p:ph idx="1"/>
            <p:extLst>
              <p:ext uri="{D42A27DB-BD31-4B8C-83A1-F6EECF244321}">
                <p14:modId xmlns:p14="http://schemas.microsoft.com/office/powerpoint/2010/main" val="2223116109"/>
              </p:ext>
            </p:extLst>
          </p:nvPr>
        </p:nvGraphicFramePr>
        <p:xfrm>
          <a:off x="1273745" y="2269730"/>
          <a:ext cx="9851775" cy="3993912"/>
        </p:xfrm>
        <a:graphic>
          <a:graphicData uri="http://schemas.openxmlformats.org/drawingml/2006/table">
            <a:tbl>
              <a:tblPr>
                <a:tableStyleId>{284E427A-3D55-4303-BF80-6455036E1DE7}</a:tableStyleId>
              </a:tblPr>
              <a:tblGrid>
                <a:gridCol w="2397255">
                  <a:extLst>
                    <a:ext uri="{9D8B030D-6E8A-4147-A177-3AD203B41FA5}">
                      <a16:colId xmlns:a16="http://schemas.microsoft.com/office/drawing/2014/main" val="99513580"/>
                    </a:ext>
                  </a:extLst>
                </a:gridCol>
                <a:gridCol w="3727260">
                  <a:extLst>
                    <a:ext uri="{9D8B030D-6E8A-4147-A177-3AD203B41FA5}">
                      <a16:colId xmlns:a16="http://schemas.microsoft.com/office/drawing/2014/main" val="3532618465"/>
                    </a:ext>
                  </a:extLst>
                </a:gridCol>
                <a:gridCol w="3727260">
                  <a:extLst>
                    <a:ext uri="{9D8B030D-6E8A-4147-A177-3AD203B41FA5}">
                      <a16:colId xmlns:a16="http://schemas.microsoft.com/office/drawing/2014/main" val="1344600029"/>
                    </a:ext>
                  </a:extLst>
                </a:gridCol>
              </a:tblGrid>
              <a:tr h="513837">
                <a:tc>
                  <a:txBody>
                    <a:bodyPr/>
                    <a:lstStyle/>
                    <a:p>
                      <a:pPr>
                        <a:buNone/>
                      </a:pPr>
                      <a:r>
                        <a:rPr lang="en-US" sz="2300"/>
                        <a:t>Feature</a:t>
                      </a:r>
                    </a:p>
                  </a:txBody>
                  <a:tcPr marL="116781" marR="116781" marT="58390" marB="58390" anchor="ctr">
                    <a:solidFill>
                      <a:schemeClr val="accent2">
                        <a:lumMod val="20000"/>
                        <a:lumOff val="80000"/>
                      </a:schemeClr>
                    </a:solidFill>
                  </a:tcPr>
                </a:tc>
                <a:tc>
                  <a:txBody>
                    <a:bodyPr/>
                    <a:lstStyle/>
                    <a:p>
                      <a:pPr>
                        <a:buNone/>
                      </a:pPr>
                      <a:r>
                        <a:rPr lang="en-US" sz="2300"/>
                        <a:t>Description</a:t>
                      </a:r>
                    </a:p>
                  </a:txBody>
                  <a:tcPr marL="116781" marR="116781" marT="58390" marB="58390" anchor="ctr">
                    <a:solidFill>
                      <a:schemeClr val="accent2">
                        <a:lumMod val="20000"/>
                        <a:lumOff val="80000"/>
                      </a:schemeClr>
                    </a:solidFill>
                  </a:tcPr>
                </a:tc>
                <a:tc>
                  <a:txBody>
                    <a:bodyPr/>
                    <a:lstStyle/>
                    <a:p>
                      <a:pPr>
                        <a:buNone/>
                      </a:pPr>
                      <a:r>
                        <a:rPr lang="en-US" sz="2300"/>
                        <a:t>Example</a:t>
                      </a:r>
                    </a:p>
                  </a:txBody>
                  <a:tcPr marL="116781" marR="116781" marT="58390" marB="58390" anchor="ctr">
                    <a:solidFill>
                      <a:schemeClr val="accent2">
                        <a:lumMod val="20000"/>
                        <a:lumOff val="80000"/>
                      </a:schemeClr>
                    </a:solidFill>
                  </a:tcPr>
                </a:tc>
                <a:extLst>
                  <a:ext uri="{0D108BD9-81ED-4DB2-BD59-A6C34878D82A}">
                    <a16:rowId xmlns:a16="http://schemas.microsoft.com/office/drawing/2014/main" val="3776160042"/>
                  </a:ext>
                </a:extLst>
              </a:tr>
              <a:tr h="1214523">
                <a:tc>
                  <a:txBody>
                    <a:bodyPr/>
                    <a:lstStyle/>
                    <a:p>
                      <a:pPr>
                        <a:buNone/>
                      </a:pPr>
                      <a:r>
                        <a:rPr lang="en-US" sz="2300" b="1"/>
                        <a:t>In-text citation</a:t>
                      </a:r>
                      <a:endParaRPr lang="en-US" sz="2300"/>
                    </a:p>
                  </a:txBody>
                  <a:tcPr marL="116781" marR="116781" marT="58390" marB="58390" anchor="ctr">
                    <a:solidFill>
                      <a:schemeClr val="accent2">
                        <a:lumMod val="20000"/>
                        <a:lumOff val="80000"/>
                      </a:schemeClr>
                    </a:solidFill>
                  </a:tcPr>
                </a:tc>
                <a:tc>
                  <a:txBody>
                    <a:bodyPr/>
                    <a:lstStyle/>
                    <a:p>
                      <a:pPr>
                        <a:buNone/>
                      </a:pPr>
                      <a:r>
                        <a:rPr lang="en-US" sz="2300"/>
                        <a:t>Use a number in brackets [ ] immediately after the reference.</a:t>
                      </a:r>
                    </a:p>
                  </a:txBody>
                  <a:tcPr marL="116781" marR="116781" marT="58390" marB="58390" anchor="ctr">
                    <a:solidFill>
                      <a:schemeClr val="accent2">
                        <a:lumMod val="20000"/>
                        <a:lumOff val="80000"/>
                      </a:schemeClr>
                    </a:solidFill>
                  </a:tcPr>
                </a:tc>
                <a:tc>
                  <a:txBody>
                    <a:bodyPr/>
                    <a:lstStyle/>
                    <a:p>
                      <a:pPr>
                        <a:buNone/>
                      </a:pPr>
                      <a:r>
                        <a:rPr lang="en-US" sz="2300"/>
                        <a:t>AI improves decision-making [1].</a:t>
                      </a:r>
                    </a:p>
                  </a:txBody>
                  <a:tcPr marL="116781" marR="116781" marT="58390" marB="58390" anchor="ctr">
                    <a:solidFill>
                      <a:schemeClr val="accent2">
                        <a:lumMod val="20000"/>
                        <a:lumOff val="80000"/>
                      </a:schemeClr>
                    </a:solidFill>
                  </a:tcPr>
                </a:tc>
                <a:extLst>
                  <a:ext uri="{0D108BD9-81ED-4DB2-BD59-A6C34878D82A}">
                    <a16:rowId xmlns:a16="http://schemas.microsoft.com/office/drawing/2014/main" val="2139051039"/>
                  </a:ext>
                </a:extLst>
              </a:tr>
              <a:tr h="2265552">
                <a:tc>
                  <a:txBody>
                    <a:bodyPr/>
                    <a:lstStyle/>
                    <a:p>
                      <a:pPr>
                        <a:buNone/>
                      </a:pPr>
                      <a:r>
                        <a:rPr lang="en-US" sz="2300" b="1"/>
                        <a:t>Reference list</a:t>
                      </a:r>
                      <a:endParaRPr lang="en-US" sz="2300"/>
                    </a:p>
                  </a:txBody>
                  <a:tcPr marL="116781" marR="116781" marT="58390" marB="58390" anchor="ctr">
                    <a:solidFill>
                      <a:schemeClr val="accent2">
                        <a:lumMod val="20000"/>
                        <a:lumOff val="80000"/>
                      </a:schemeClr>
                    </a:solidFill>
                  </a:tcPr>
                </a:tc>
                <a:tc>
                  <a:txBody>
                    <a:bodyPr/>
                    <a:lstStyle/>
                    <a:p>
                      <a:pPr>
                        <a:buNone/>
                      </a:pPr>
                      <a:r>
                        <a:rPr lang="en-US" sz="2300"/>
                        <a:t>All references are numbered in the order they appear in the text.</a:t>
                      </a:r>
                    </a:p>
                  </a:txBody>
                  <a:tcPr marL="116781" marR="116781" marT="58390" marB="58390" anchor="ctr">
                    <a:solidFill>
                      <a:schemeClr val="accent2">
                        <a:lumMod val="20000"/>
                        <a:lumOff val="80000"/>
                      </a:schemeClr>
                    </a:solidFill>
                  </a:tcPr>
                </a:tc>
                <a:tc>
                  <a:txBody>
                    <a:bodyPr/>
                    <a:lstStyle/>
                    <a:p>
                      <a:pPr>
                        <a:buNone/>
                      </a:pPr>
                      <a:r>
                        <a:rPr lang="en-US" sz="2300" dirty="0"/>
                        <a:t>[1] S. L. Vargo and R. F. Lusch, “Evolving to a new dominant logic for marketing,” Journal of Marketing, vol. 68, no. 1, pp. 1–17, 2012.</a:t>
                      </a:r>
                    </a:p>
                  </a:txBody>
                  <a:tcPr marL="116781" marR="116781" marT="58390" marB="58390" anchor="ctr">
                    <a:solidFill>
                      <a:schemeClr val="accent2">
                        <a:lumMod val="20000"/>
                        <a:lumOff val="80000"/>
                      </a:schemeClr>
                    </a:solidFill>
                  </a:tcPr>
                </a:tc>
                <a:extLst>
                  <a:ext uri="{0D108BD9-81ED-4DB2-BD59-A6C34878D82A}">
                    <a16:rowId xmlns:a16="http://schemas.microsoft.com/office/drawing/2014/main" val="3852705402"/>
                  </a:ext>
                </a:extLst>
              </a:tr>
            </a:tbl>
          </a:graphicData>
        </a:graphic>
      </p:graphicFrame>
      <p:sp>
        <p:nvSpPr>
          <p:cNvPr id="6" name="TextBox 5">
            <a:extLst>
              <a:ext uri="{FF2B5EF4-FFF2-40B4-BE49-F238E27FC236}">
                <a16:creationId xmlns:a16="http://schemas.microsoft.com/office/drawing/2014/main" id="{2FCAE919-2EC3-4035-4DD1-C4F847C9A66F}"/>
              </a:ext>
            </a:extLst>
          </p:cNvPr>
          <p:cNvSpPr txBox="1"/>
          <p:nvPr/>
        </p:nvSpPr>
        <p:spPr>
          <a:xfrm>
            <a:off x="5409012" y="508366"/>
            <a:ext cx="6094140" cy="1200329"/>
          </a:xfrm>
          <a:prstGeom prst="rect">
            <a:avLst/>
          </a:prstGeom>
          <a:noFill/>
        </p:spPr>
        <p:txBody>
          <a:bodyPr wrap="square">
            <a:spAutoFit/>
          </a:bodyPr>
          <a:lstStyle/>
          <a:p>
            <a:pPr>
              <a:buNone/>
            </a:pPr>
            <a:r>
              <a:rPr lang="en-US" i="1" dirty="0"/>
              <a:t>Example:</a:t>
            </a:r>
            <a:endParaRPr lang="en-US" dirty="0"/>
          </a:p>
          <a:p>
            <a:pPr>
              <a:buNone/>
            </a:pPr>
            <a:r>
              <a:rPr lang="en-US" dirty="0"/>
              <a:t>“Artificial Intelligence in agriculture has shown significant growth [2]. Several machine learning frameworks have been introduced [3], [4].”</a:t>
            </a:r>
          </a:p>
        </p:txBody>
      </p:sp>
    </p:spTree>
    <p:extLst>
      <p:ext uri="{BB962C8B-B14F-4D97-AF65-F5344CB8AC3E}">
        <p14:creationId xmlns:p14="http://schemas.microsoft.com/office/powerpoint/2010/main" val="3241472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58A69D81-4A73-2D41-4B82-9847516A4703}"/>
              </a:ext>
            </a:extLst>
          </p:cNvPr>
          <p:cNvPicPr>
            <a:picLocks noChangeAspect="1"/>
          </p:cNvPicPr>
          <p:nvPr/>
        </p:nvPicPr>
        <p:blipFill>
          <a:blip r:embed="rId2">
            <a:duotone>
              <a:schemeClr val="bg2">
                <a:shade val="45000"/>
                <a:satMod val="135000"/>
              </a:schemeClr>
              <a:prstClr val="white"/>
            </a:duotone>
          </a:blip>
          <a:srcRect b="15730"/>
          <a:stretch>
            <a:fillRect/>
          </a:stretch>
        </p:blipFill>
        <p:spPr>
          <a:xfrm>
            <a:off x="20" y="10"/>
            <a:ext cx="12191980" cy="6857990"/>
          </a:xfrm>
          <a:prstGeom prst="rect">
            <a:avLst/>
          </a:prstGeom>
        </p:spPr>
      </p:pic>
      <p:sp>
        <p:nvSpPr>
          <p:cNvPr id="31" name="Rectangle 3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009C08-D70F-2D17-923D-D8357C5E3AF9}"/>
              </a:ext>
            </a:extLst>
          </p:cNvPr>
          <p:cNvSpPr>
            <a:spLocks noGrp="1"/>
          </p:cNvSpPr>
          <p:nvPr>
            <p:ph type="title"/>
          </p:nvPr>
        </p:nvSpPr>
        <p:spPr>
          <a:xfrm>
            <a:off x="838200" y="365125"/>
            <a:ext cx="10515600" cy="1325563"/>
          </a:xfrm>
        </p:spPr>
        <p:txBody>
          <a:bodyPr>
            <a:normAutofit/>
          </a:bodyPr>
          <a:lstStyle/>
          <a:p>
            <a:r>
              <a:rPr lang="en-US"/>
              <a:t>General Format rules</a:t>
            </a:r>
          </a:p>
        </p:txBody>
      </p:sp>
      <p:graphicFrame>
        <p:nvGraphicFramePr>
          <p:cNvPr id="26" name="Rectangle 1">
            <a:extLst>
              <a:ext uri="{FF2B5EF4-FFF2-40B4-BE49-F238E27FC236}">
                <a16:creationId xmlns:a16="http://schemas.microsoft.com/office/drawing/2014/main" id="{5C9CF94C-091D-A381-2965-833D79AB76C4}"/>
              </a:ext>
            </a:extLst>
          </p:cNvPr>
          <p:cNvGraphicFramePr>
            <a:graphicFrameLocks noGrp="1"/>
          </p:cNvGraphicFramePr>
          <p:nvPr>
            <p:ph idx="1"/>
            <p:extLst>
              <p:ext uri="{D42A27DB-BD31-4B8C-83A1-F6EECF244321}">
                <p14:modId xmlns:p14="http://schemas.microsoft.com/office/powerpoint/2010/main" val="33321075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2205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8F7D733-7B05-463A-D763-3FF3BE98FDBD}"/>
              </a:ext>
            </a:extLst>
          </p:cNvPr>
          <p:cNvSpPr>
            <a:spLocks noGrp="1"/>
          </p:cNvSpPr>
          <p:nvPr>
            <p:ph type="title"/>
          </p:nvPr>
        </p:nvSpPr>
        <p:spPr>
          <a:xfrm>
            <a:off x="1115568" y="548640"/>
            <a:ext cx="10168128" cy="1179576"/>
          </a:xfrm>
        </p:spPr>
        <p:txBody>
          <a:bodyPr>
            <a:normAutofit/>
          </a:bodyPr>
          <a:lstStyle/>
          <a:p>
            <a:r>
              <a:rPr lang="en-US" sz="4000"/>
              <a:t>Common Reference Types</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A09E6CB5-77AD-84CB-F745-42B298FBE3BC}"/>
              </a:ext>
            </a:extLst>
          </p:cNvPr>
          <p:cNvGraphicFramePr>
            <a:graphicFrameLocks noGrp="1"/>
          </p:cNvGraphicFramePr>
          <p:nvPr>
            <p:ph idx="1"/>
            <p:extLst>
              <p:ext uri="{D42A27DB-BD31-4B8C-83A1-F6EECF244321}">
                <p14:modId xmlns:p14="http://schemas.microsoft.com/office/powerpoint/2010/main" val="3714732374"/>
              </p:ext>
            </p:extLst>
          </p:nvPr>
        </p:nvGraphicFramePr>
        <p:xfrm>
          <a:off x="626850" y="2214866"/>
          <a:ext cx="11104479" cy="4581740"/>
        </p:xfrm>
        <a:graphic>
          <a:graphicData uri="http://schemas.openxmlformats.org/drawingml/2006/table">
            <a:tbl>
              <a:tblPr/>
              <a:tblGrid>
                <a:gridCol w="2216710">
                  <a:extLst>
                    <a:ext uri="{9D8B030D-6E8A-4147-A177-3AD203B41FA5}">
                      <a16:colId xmlns:a16="http://schemas.microsoft.com/office/drawing/2014/main" val="3112862217"/>
                    </a:ext>
                  </a:extLst>
                </a:gridCol>
                <a:gridCol w="3880624">
                  <a:extLst>
                    <a:ext uri="{9D8B030D-6E8A-4147-A177-3AD203B41FA5}">
                      <a16:colId xmlns:a16="http://schemas.microsoft.com/office/drawing/2014/main" val="2171908096"/>
                    </a:ext>
                  </a:extLst>
                </a:gridCol>
                <a:gridCol w="5007145">
                  <a:extLst>
                    <a:ext uri="{9D8B030D-6E8A-4147-A177-3AD203B41FA5}">
                      <a16:colId xmlns:a16="http://schemas.microsoft.com/office/drawing/2014/main" val="1766476927"/>
                    </a:ext>
                  </a:extLst>
                </a:gridCol>
              </a:tblGrid>
              <a:tr h="289095">
                <a:tc>
                  <a:txBody>
                    <a:bodyPr/>
                    <a:lstStyle/>
                    <a:p>
                      <a:pPr>
                        <a:buNone/>
                      </a:pPr>
                      <a:r>
                        <a:rPr lang="en-US" sz="2000" dirty="0"/>
                        <a:t>Type</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000" dirty="0"/>
                        <a:t>Format</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000" dirty="0"/>
                        <a:t>Example</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92976975"/>
                  </a:ext>
                </a:extLst>
              </a:tr>
              <a:tr h="679072">
                <a:tc>
                  <a:txBody>
                    <a:bodyPr/>
                    <a:lstStyle/>
                    <a:p>
                      <a:pPr>
                        <a:buNone/>
                      </a:pPr>
                      <a:r>
                        <a:rPr lang="en-US" sz="2000" b="1"/>
                        <a:t>Journal Article</a:t>
                      </a:r>
                      <a:endParaRPr lang="en-US" sz="2000"/>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2000"/>
                        <a:t>[#] A. Author, “Title,” </a:t>
                      </a:r>
                      <a:r>
                        <a:rPr lang="en-US" sz="2000" i="1"/>
                        <a:t>Journal Name</a:t>
                      </a:r>
                      <a:r>
                        <a:rPr lang="en-US" sz="2000"/>
                        <a:t>, vol. x, no. x, pp. xxx–xxx, Year.</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[1] J. W. Knopf, “Doing a literature review,” </a:t>
                      </a:r>
                      <a:r>
                        <a:rPr lang="en-US" sz="2000" i="1" dirty="0"/>
                        <a:t>PS: Political Science &amp; Politics</a:t>
                      </a:r>
                      <a:r>
                        <a:rPr lang="en-US" sz="2000" dirty="0"/>
                        <a:t>, vol. 39, no. 1, pp. 127–132, 2006.</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169325884"/>
                  </a:ext>
                </a:extLst>
              </a:tr>
              <a:tr h="874060">
                <a:tc>
                  <a:txBody>
                    <a:bodyPr/>
                    <a:lstStyle/>
                    <a:p>
                      <a:pPr>
                        <a:buNone/>
                      </a:pPr>
                      <a:r>
                        <a:rPr lang="en-US" sz="2000" b="1"/>
                        <a:t>Conference Paper</a:t>
                      </a:r>
                      <a:endParaRPr lang="en-US" sz="2000"/>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2000"/>
                        <a:t>[#] A. Author, “Title,” in </a:t>
                      </a:r>
                      <a:r>
                        <a:rPr lang="en-US" sz="2000" i="1"/>
                        <a:t>Proc. Conf. Name</a:t>
                      </a:r>
                      <a:r>
                        <a:rPr lang="en-US" sz="2000"/>
                        <a:t>, Location, Year, pp. xxx–xxx.</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[2] R. Perera and D. Wijesekara, “Smart irrigation scheduling for paddy cultivation,” in </a:t>
                      </a:r>
                      <a:r>
                        <a:rPr lang="en-US" sz="2000" i="1" dirty="0"/>
                        <a:t>Proc. Int. Conf. on IoT Systems</a:t>
                      </a:r>
                      <a:r>
                        <a:rPr lang="en-US" sz="2000" dirty="0"/>
                        <a:t>, Colombo, 2023, pp. 101–108.</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03668426"/>
                  </a:ext>
                </a:extLst>
              </a:tr>
              <a:tr h="679072">
                <a:tc>
                  <a:txBody>
                    <a:bodyPr/>
                    <a:lstStyle/>
                    <a:p>
                      <a:pPr>
                        <a:buNone/>
                      </a:pPr>
                      <a:r>
                        <a:rPr lang="en-US" sz="2000" b="1"/>
                        <a:t>Book</a:t>
                      </a:r>
                      <a:endParaRPr lang="en-US" sz="2000"/>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2000"/>
                        <a:t>[#] A. Author, </a:t>
                      </a:r>
                      <a:r>
                        <a:rPr lang="en-US" sz="2000" i="1"/>
                        <a:t>Book Title</a:t>
                      </a:r>
                      <a:r>
                        <a:rPr lang="en-US" sz="2000"/>
                        <a:t>, Edition. City, Country: Publisher, Year.</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[3] L. W. Anderson and D. R. Krathwohl, </a:t>
                      </a:r>
                      <a:r>
                        <a:rPr lang="en-US" sz="2000" i="1" dirty="0"/>
                        <a:t>A Taxonomy for Learning, Teaching, and Assessing</a:t>
                      </a:r>
                      <a:r>
                        <a:rPr lang="en-US" sz="2000" dirty="0"/>
                        <a:t>, New York, NY: Longman, 2001.</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94610893"/>
                  </a:ext>
                </a:extLst>
              </a:tr>
              <a:tr h="874060">
                <a:tc>
                  <a:txBody>
                    <a:bodyPr/>
                    <a:lstStyle/>
                    <a:p>
                      <a:pPr>
                        <a:buNone/>
                      </a:pPr>
                      <a:r>
                        <a:rPr lang="en-US" sz="2000" b="1"/>
                        <a:t>Website</a:t>
                      </a:r>
                      <a:endParaRPr lang="en-US" sz="2000"/>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2000"/>
                        <a:t>[#] Author/Org, “Title,” Website Name, Date. [Online]. Available: URL (Accessed: Month, Day, Year).</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[4] IEEE, “IEEE Citation Guidelines,” </a:t>
                      </a:r>
                      <a:r>
                        <a:rPr lang="en-US" sz="2000" i="1" dirty="0"/>
                        <a:t>IEEE.org</a:t>
                      </a:r>
                      <a:r>
                        <a:rPr lang="en-US" sz="2000" dirty="0"/>
                        <a:t>, 2024. [Online]. Available: </a:t>
                      </a:r>
                      <a:r>
                        <a:rPr lang="en-US" sz="2000" dirty="0">
                          <a:hlinkClick r:id="rId2"/>
                        </a:rPr>
                        <a:t>https://www.ieee.org</a:t>
                      </a:r>
                      <a:r>
                        <a:rPr lang="en-US" sz="2000" dirty="0"/>
                        <a:t> (Accessed: Oct. 12, 2025).</a:t>
                      </a:r>
                    </a:p>
                  </a:txBody>
                  <a:tcPr marL="62907" marR="62907" marT="31454" marB="314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294210576"/>
                  </a:ext>
                </a:extLst>
              </a:tr>
            </a:tbl>
          </a:graphicData>
        </a:graphic>
      </p:graphicFrame>
    </p:spTree>
    <p:extLst>
      <p:ext uri="{BB962C8B-B14F-4D97-AF65-F5344CB8AC3E}">
        <p14:creationId xmlns:p14="http://schemas.microsoft.com/office/powerpoint/2010/main" val="3066050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5ED325A-5A05-55F0-5A46-9DF3148CF765}"/>
              </a:ext>
            </a:extLst>
          </p:cNvPr>
          <p:cNvSpPr>
            <a:spLocks noGrp="1"/>
          </p:cNvSpPr>
          <p:nvPr>
            <p:ph type="title"/>
          </p:nvPr>
        </p:nvSpPr>
        <p:spPr>
          <a:xfrm>
            <a:off x="1115568" y="548640"/>
            <a:ext cx="10168128" cy="1179576"/>
          </a:xfrm>
        </p:spPr>
        <p:txBody>
          <a:bodyPr>
            <a:normAutofit/>
          </a:bodyPr>
          <a:lstStyle/>
          <a:p>
            <a:r>
              <a:rPr lang="en-US" sz="4000"/>
              <a:t>Structure of a Literature Review</a:t>
            </a:r>
          </a:p>
        </p:txBody>
      </p:sp>
      <p:sp>
        <p:nvSpPr>
          <p:cNvPr id="24" name="Rectangle 2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3" name="Content Placeholder 3">
            <a:extLst>
              <a:ext uri="{FF2B5EF4-FFF2-40B4-BE49-F238E27FC236}">
                <a16:creationId xmlns:a16="http://schemas.microsoft.com/office/drawing/2014/main" id="{E05E5DB3-4C42-29EF-BF78-3EBD554F4B57}"/>
              </a:ext>
            </a:extLst>
          </p:cNvPr>
          <p:cNvSpPr>
            <a:spLocks noGrp="1"/>
          </p:cNvSpPr>
          <p:nvPr>
            <p:ph idx="1"/>
          </p:nvPr>
        </p:nvSpPr>
        <p:spPr>
          <a:xfrm>
            <a:off x="1115568" y="2174488"/>
            <a:ext cx="10168128" cy="4427034"/>
          </a:xfrm>
        </p:spPr>
        <p:txBody>
          <a:bodyPr>
            <a:normAutofit/>
          </a:bodyPr>
          <a:lstStyle/>
          <a:p>
            <a:r>
              <a:rPr lang="en-US" sz="2000" dirty="0"/>
              <a:t>A literature review can be structured in three main ways:</a:t>
            </a:r>
          </a:p>
          <a:p>
            <a:r>
              <a:rPr lang="en-US" sz="2000" b="1" dirty="0"/>
              <a:t>Thematic</a:t>
            </a:r>
          </a:p>
          <a:p>
            <a:pPr lvl="1"/>
            <a:r>
              <a:rPr lang="en-US" sz="2000" dirty="0"/>
              <a:t>Organizes content around </a:t>
            </a:r>
            <a:r>
              <a:rPr lang="en-US" sz="2000" b="1" dirty="0"/>
              <a:t>themes or topics</a:t>
            </a:r>
            <a:r>
              <a:rPr lang="en-US" sz="2000" dirty="0"/>
              <a:t>.</a:t>
            </a:r>
          </a:p>
          <a:p>
            <a:pPr lvl="1"/>
            <a:r>
              <a:rPr lang="en-US" sz="2000" dirty="0"/>
              <a:t>Example: “AI in education” → (a) adaptive learning, (b) student analytics, (c) ethical AI.</a:t>
            </a:r>
          </a:p>
          <a:p>
            <a:r>
              <a:rPr lang="en-US" sz="2000" b="1" dirty="0"/>
              <a:t>Chronological</a:t>
            </a:r>
          </a:p>
          <a:p>
            <a:pPr lvl="1"/>
            <a:r>
              <a:rPr lang="en-US" sz="2000" dirty="0"/>
              <a:t>Presents how the topic evolved over time.</a:t>
            </a:r>
          </a:p>
          <a:p>
            <a:pPr lvl="1"/>
            <a:r>
              <a:rPr lang="en-US" sz="2000" dirty="0"/>
              <a:t>Example: 2010–2015: AI theory development → 2016–2020: adoption → 2021–present: ethics.</a:t>
            </a:r>
          </a:p>
          <a:p>
            <a:r>
              <a:rPr lang="en-US" sz="2000" b="1" dirty="0"/>
              <a:t>Methodological</a:t>
            </a:r>
          </a:p>
          <a:p>
            <a:pPr lvl="1"/>
            <a:r>
              <a:rPr lang="en-US" sz="2000" dirty="0"/>
              <a:t>Compares different methods, approaches, or theoretical models.</a:t>
            </a:r>
          </a:p>
          <a:p>
            <a:pPr lvl="1"/>
            <a:r>
              <a:rPr lang="en-US" sz="2000" dirty="0"/>
              <a:t>Example: comparing regression vs neural networks in </a:t>
            </a:r>
            <a:r>
              <a:rPr lang="en-US" sz="2000" dirty="0" err="1"/>
              <a:t>CKDu</a:t>
            </a:r>
            <a:r>
              <a:rPr lang="en-US" sz="2000" dirty="0"/>
              <a:t> prediction.</a:t>
            </a:r>
          </a:p>
          <a:p>
            <a:endParaRPr lang="en-US" sz="2000" dirty="0"/>
          </a:p>
        </p:txBody>
      </p:sp>
    </p:spTree>
    <p:extLst>
      <p:ext uri="{BB962C8B-B14F-4D97-AF65-F5344CB8AC3E}">
        <p14:creationId xmlns:p14="http://schemas.microsoft.com/office/powerpoint/2010/main" val="4140268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94F80FF-3471-C283-264C-621788DF4733}"/>
              </a:ext>
            </a:extLst>
          </p:cNvPr>
          <p:cNvSpPr>
            <a:spLocks noGrp="1"/>
          </p:cNvSpPr>
          <p:nvPr>
            <p:ph type="title"/>
          </p:nvPr>
        </p:nvSpPr>
        <p:spPr>
          <a:xfrm>
            <a:off x="1115568" y="548640"/>
            <a:ext cx="10168128" cy="1179576"/>
          </a:xfrm>
        </p:spPr>
        <p:txBody>
          <a:bodyPr>
            <a:normAutofit/>
          </a:bodyPr>
          <a:lstStyle/>
          <a:p>
            <a:r>
              <a:rPr lang="en-US" sz="4000" dirty="0"/>
              <a:t>Tools…..</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58BFA2B5-0B39-239D-C890-DE4BD7EBDD0F}"/>
              </a:ext>
            </a:extLst>
          </p:cNvPr>
          <p:cNvGraphicFramePr>
            <a:graphicFrameLocks noGrp="1"/>
          </p:cNvGraphicFramePr>
          <p:nvPr>
            <p:ph idx="1"/>
            <p:extLst>
              <p:ext uri="{D42A27DB-BD31-4B8C-83A1-F6EECF244321}">
                <p14:modId xmlns:p14="http://schemas.microsoft.com/office/powerpoint/2010/main" val="1237975070"/>
              </p:ext>
            </p:extLst>
          </p:nvPr>
        </p:nvGraphicFramePr>
        <p:xfrm>
          <a:off x="1223454" y="2269730"/>
          <a:ext cx="9952357" cy="3993913"/>
        </p:xfrm>
        <a:graphic>
          <a:graphicData uri="http://schemas.openxmlformats.org/drawingml/2006/table">
            <a:tbl>
              <a:tblPr/>
              <a:tblGrid>
                <a:gridCol w="4066671">
                  <a:extLst>
                    <a:ext uri="{9D8B030D-6E8A-4147-A177-3AD203B41FA5}">
                      <a16:colId xmlns:a16="http://schemas.microsoft.com/office/drawing/2014/main" val="3540326470"/>
                    </a:ext>
                  </a:extLst>
                </a:gridCol>
                <a:gridCol w="5885686">
                  <a:extLst>
                    <a:ext uri="{9D8B030D-6E8A-4147-A177-3AD203B41FA5}">
                      <a16:colId xmlns:a16="http://schemas.microsoft.com/office/drawing/2014/main" val="249493183"/>
                    </a:ext>
                  </a:extLst>
                </a:gridCol>
              </a:tblGrid>
              <a:tr h="570559">
                <a:tc>
                  <a:txBody>
                    <a:bodyPr/>
                    <a:lstStyle/>
                    <a:p>
                      <a:pPr>
                        <a:buNone/>
                      </a:pPr>
                      <a:r>
                        <a:rPr lang="en-US" sz="2600"/>
                        <a:t>Task</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600"/>
                        <a:t>Tools</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31858613"/>
                  </a:ext>
                </a:extLst>
              </a:tr>
              <a:tr h="570559">
                <a:tc>
                  <a:txBody>
                    <a:bodyPr/>
                    <a:lstStyle/>
                    <a:p>
                      <a:pPr>
                        <a:buNone/>
                      </a:pPr>
                      <a:r>
                        <a:rPr lang="en-US" sz="2600"/>
                        <a:t>Searching literature</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600" dirty="0"/>
                        <a:t>Google Scholar, Scopus, IEEE Xplore</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960168315"/>
                  </a:ext>
                </a:extLst>
              </a:tr>
              <a:tr h="570559">
                <a:tc>
                  <a:txBody>
                    <a:bodyPr/>
                    <a:lstStyle/>
                    <a:p>
                      <a:pPr>
                        <a:buNone/>
                      </a:pPr>
                      <a:r>
                        <a:rPr lang="en-US" sz="2600"/>
                        <a:t>Managing references</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600" dirty="0"/>
                        <a:t>Mendeley, EndNote, Zotero</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29724192"/>
                  </a:ext>
                </a:extLst>
              </a:tr>
              <a:tr h="570559">
                <a:tc>
                  <a:txBody>
                    <a:bodyPr/>
                    <a:lstStyle/>
                    <a:p>
                      <a:pPr>
                        <a:buNone/>
                      </a:pPr>
                      <a:r>
                        <a:rPr lang="en-US" sz="2600"/>
                        <a:t>Reading &amp; summarizing</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600" dirty="0"/>
                        <a:t>Paper Digest, </a:t>
                      </a:r>
                      <a:r>
                        <a:rPr lang="en-US" sz="2600" dirty="0" err="1"/>
                        <a:t>Scholarcy</a:t>
                      </a:r>
                      <a:endParaRPr lang="en-US" sz="2600" dirty="0"/>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300248057"/>
                  </a:ext>
                </a:extLst>
              </a:tr>
              <a:tr h="570559">
                <a:tc>
                  <a:txBody>
                    <a:bodyPr/>
                    <a:lstStyle/>
                    <a:p>
                      <a:pPr>
                        <a:buNone/>
                      </a:pPr>
                      <a:r>
                        <a:rPr lang="en-US" sz="2600"/>
                        <a:t>Thematic analysis</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600" dirty="0"/>
                        <a:t>NVivo, </a:t>
                      </a:r>
                      <a:r>
                        <a:rPr lang="en-US" sz="2600" dirty="0" err="1"/>
                        <a:t>VosViewer,wordcloud</a:t>
                      </a:r>
                      <a:endParaRPr lang="en-US" sz="2600" dirty="0"/>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814780891"/>
                  </a:ext>
                </a:extLst>
              </a:tr>
              <a:tr h="570559">
                <a:tc>
                  <a:txBody>
                    <a:bodyPr/>
                    <a:lstStyle/>
                    <a:p>
                      <a:pPr>
                        <a:buNone/>
                      </a:pPr>
                      <a:r>
                        <a:rPr lang="en-US" sz="2600"/>
                        <a:t>Paraphrasing &amp; grammar</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600" dirty="0"/>
                        <a:t>Grammarly</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69540782"/>
                  </a:ext>
                </a:extLst>
              </a:tr>
              <a:tr h="570559">
                <a:tc>
                  <a:txBody>
                    <a:bodyPr/>
                    <a:lstStyle/>
                    <a:p>
                      <a:pPr>
                        <a:buNone/>
                      </a:pPr>
                      <a:r>
                        <a:rPr lang="en-US" sz="2600"/>
                        <a:t>Visualization</a:t>
                      </a:r>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2600" dirty="0"/>
                        <a:t>Miro, </a:t>
                      </a:r>
                      <a:r>
                        <a:rPr lang="en-US" sz="2600" dirty="0" err="1"/>
                        <a:t>MindMeister</a:t>
                      </a:r>
                      <a:r>
                        <a:rPr lang="en-US" sz="2600" dirty="0"/>
                        <a:t>, </a:t>
                      </a:r>
                      <a:r>
                        <a:rPr lang="en-US" sz="2600" dirty="0" err="1"/>
                        <a:t>Lucidchart</a:t>
                      </a:r>
                      <a:endParaRPr lang="en-US" sz="2600" dirty="0"/>
                    </a:p>
                  </a:txBody>
                  <a:tcPr marL="129672" marR="129672" marT="64836" marB="648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92306536"/>
                  </a:ext>
                </a:extLst>
              </a:tr>
            </a:tbl>
          </a:graphicData>
        </a:graphic>
      </p:graphicFrame>
    </p:spTree>
    <p:extLst>
      <p:ext uri="{BB962C8B-B14F-4D97-AF65-F5344CB8AC3E}">
        <p14:creationId xmlns:p14="http://schemas.microsoft.com/office/powerpoint/2010/main" val="4193736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Generated image">
            <a:extLst>
              <a:ext uri="{FF2B5EF4-FFF2-40B4-BE49-F238E27FC236}">
                <a16:creationId xmlns:a16="http://schemas.microsoft.com/office/drawing/2014/main" id="{155A83D6-D55D-887D-AB10-249E1D3E47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25" r="21874" b="9091"/>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5B46D1E7-CFBE-457F-8FC6-A892A4FA857E}"/>
              </a:ext>
            </a:extLst>
          </p:cNvPr>
          <p:cNvSpPr>
            <a:spLocks noGrp="1"/>
          </p:cNvSpPr>
          <p:nvPr>
            <p:ph type="title" idx="4294967295"/>
          </p:nvPr>
        </p:nvSpPr>
        <p:spPr>
          <a:xfrm>
            <a:off x="477981" y="1122363"/>
            <a:ext cx="4023360" cy="3204134"/>
          </a:xfrm>
        </p:spPr>
        <p:txBody>
          <a:bodyPr vert="horz" lIns="91440" tIns="45720" rIns="91440" bIns="45720" rtlCol="0" anchor="b">
            <a:normAutofit/>
          </a:bodyPr>
          <a:lstStyle/>
          <a:p>
            <a:r>
              <a:rPr lang="en-US" sz="3700" b="1"/>
              <a:t>Read Literature to Inspire Your Writing…!!!</a:t>
            </a:r>
            <a:br>
              <a:rPr lang="en-US" sz="3700" b="1"/>
            </a:br>
            <a:br>
              <a:rPr lang="en-US" sz="3700" b="1"/>
            </a:br>
            <a:r>
              <a:rPr lang="en-US" sz="3700" b="1"/>
              <a:t>Read… Read,,, Read:::</a:t>
            </a:r>
          </a:p>
        </p:txBody>
      </p:sp>
      <p:sp>
        <p:nvSpPr>
          <p:cNvPr id="1035" name="Rectangle 10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40188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A2B0F-6443-5280-BC91-8C8051E8AE13}"/>
              </a:ext>
            </a:extLst>
          </p:cNvPr>
          <p:cNvSpPr>
            <a:spLocks noGrp="1"/>
          </p:cNvSpPr>
          <p:nvPr>
            <p:ph type="title"/>
          </p:nvPr>
        </p:nvSpPr>
        <p:spPr>
          <a:xfrm>
            <a:off x="838200" y="3513931"/>
            <a:ext cx="3143250" cy="2601119"/>
          </a:xfrm>
        </p:spPr>
        <p:txBody>
          <a:bodyPr anchor="t">
            <a:normAutofit/>
          </a:bodyPr>
          <a:lstStyle/>
          <a:p>
            <a:pPr algn="ctr"/>
            <a:r>
              <a:rPr lang="en-US" sz="4000" dirty="0"/>
              <a:t>List of references </a:t>
            </a:r>
          </a:p>
        </p:txBody>
      </p:sp>
      <p:pic>
        <p:nvPicPr>
          <p:cNvPr id="7" name="Graphic 6" descr="Open Book">
            <a:extLst>
              <a:ext uri="{FF2B5EF4-FFF2-40B4-BE49-F238E27FC236}">
                <a16:creationId xmlns:a16="http://schemas.microsoft.com/office/drawing/2014/main" id="{6DDD86BA-5005-53AE-A7B0-A0D4CAE18E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id="{5DAF5DEE-64E8-F780-FFDF-07DAFF4E7CEB}"/>
              </a:ext>
            </a:extLst>
          </p:cNvPr>
          <p:cNvSpPr>
            <a:spLocks noGrp="1"/>
          </p:cNvSpPr>
          <p:nvPr>
            <p:ph idx="1"/>
          </p:nvPr>
        </p:nvSpPr>
        <p:spPr>
          <a:xfrm>
            <a:off x="4200652" y="730249"/>
            <a:ext cx="7153147" cy="5384801"/>
          </a:xfrm>
        </p:spPr>
        <p:txBody>
          <a:bodyPr anchor="ctr">
            <a:normAutofit/>
          </a:bodyPr>
          <a:lstStyle/>
          <a:p>
            <a:r>
              <a:rPr lang="en-US" sz="1400"/>
              <a:t>[1] J. W. Knopf, “Doing a literature review,” </a:t>
            </a:r>
            <a:r>
              <a:rPr lang="en-US" sz="1400" i="1"/>
              <a:t>PS: Political Science &amp; Politics</a:t>
            </a:r>
            <a:r>
              <a:rPr lang="en-US" sz="1400"/>
              <a:t>, vol. 39, no. 1, pp. 127–132, 2006.</a:t>
            </a:r>
          </a:p>
          <a:p>
            <a:r>
              <a:rPr lang="en-US" sz="1400"/>
              <a:t>[2] L. W. Anderson and D. R. Krathwohl, </a:t>
            </a:r>
            <a:r>
              <a:rPr lang="en-US" sz="1400" i="1"/>
              <a:t>A Taxonomy for Learning, Teaching, and Assessing: A Revision of Bloom’s Taxonomy of Educational Objectives</a:t>
            </a:r>
            <a:r>
              <a:rPr lang="en-US" sz="1400"/>
              <a:t>, New York, NY, USA: Longman, 2001.</a:t>
            </a:r>
          </a:p>
          <a:p>
            <a:r>
              <a:rPr lang="en-US" sz="1400"/>
              <a:t>[3] J. Hart, </a:t>
            </a:r>
            <a:r>
              <a:rPr lang="en-US" sz="1400" i="1"/>
              <a:t>Doing a Literature Review: Releasing the Social Science Research Imagination</a:t>
            </a:r>
            <a:r>
              <a:rPr lang="en-US" sz="1400"/>
              <a:t>, 3rd ed., London, U.K.: Sage, 2018.</a:t>
            </a:r>
          </a:p>
          <a:p>
            <a:r>
              <a:rPr lang="en-US" sz="1400"/>
              <a:t>[4] J. Booth, A. Sutton, and D. Papaioannou, </a:t>
            </a:r>
            <a:r>
              <a:rPr lang="en-US" sz="1400" i="1"/>
              <a:t>Systematic Approaches to a Successful Literature Review</a:t>
            </a:r>
            <a:r>
              <a:rPr lang="en-US" sz="1400"/>
              <a:t>, 3rd ed., London, U.K.: Sage, 2021.</a:t>
            </a:r>
          </a:p>
          <a:p>
            <a:r>
              <a:rPr lang="en-US" sz="1400"/>
              <a:t>[5] D. Denyer and D. Tranfield, “Producing a systematic review,” in </a:t>
            </a:r>
            <a:r>
              <a:rPr lang="en-US" sz="1400" i="1"/>
              <a:t>The SAGE Handbook of Organizational Research Methods</a:t>
            </a:r>
            <a:r>
              <a:rPr lang="en-US" sz="1400"/>
              <a:t>, D. A. Buchanan and A. Bryman, Eds. London, U.K.: Sage, 2009, pp. 671–689.</a:t>
            </a:r>
          </a:p>
          <a:p>
            <a:r>
              <a:rPr lang="en-US" sz="1400"/>
              <a:t>[6] OECD, “OECD definition of grey literature,” </a:t>
            </a:r>
            <a:r>
              <a:rPr lang="en-US" sz="1400" i="1"/>
              <a:t>Organisation for Economic Co-operation and Development</a:t>
            </a:r>
            <a:r>
              <a:rPr lang="en-US" sz="1400"/>
              <a:t>, 2019. [Online]. Available: https://www.oecd.org. (Accessed: Oct. 12, 2025).</a:t>
            </a:r>
          </a:p>
          <a:p>
            <a:r>
              <a:rPr lang="en-US" sz="1400"/>
              <a:t>[7] P. Auger, </a:t>
            </a:r>
            <a:r>
              <a:rPr lang="en-US" sz="1400" i="1"/>
              <a:t>Information Sources in Grey Literature</a:t>
            </a:r>
            <a:r>
              <a:rPr lang="en-US" sz="1400"/>
              <a:t>, 4th ed., London, U.K.: Bowker Saur, 1998.</a:t>
            </a:r>
          </a:p>
          <a:p>
            <a:r>
              <a:rPr lang="en-US" sz="1400"/>
              <a:t>[8] R. Adams, “How to use Boolean operators in database searches,” </a:t>
            </a:r>
            <a:r>
              <a:rPr lang="en-US" sz="1400" i="1"/>
              <a:t>University of Leeds Library Guide</a:t>
            </a:r>
            <a:r>
              <a:rPr lang="en-US" sz="1400"/>
              <a:t>, 2023. [Online]. Available: https://library.leeds.ac.uk. (Accessed: Oct. 12, 2025).</a:t>
            </a:r>
          </a:p>
          <a:p>
            <a:r>
              <a:rPr lang="en-US" sz="1400"/>
              <a:t>[9] IEEE, “IEEE citation guidelines,” </a:t>
            </a:r>
            <a:r>
              <a:rPr lang="en-US" sz="1400" i="1"/>
              <a:t>IEEE Editorial Style Manual</a:t>
            </a:r>
            <a:r>
              <a:rPr lang="en-US" sz="1400"/>
              <a:t>, 2024. [Online]. Available: </a:t>
            </a:r>
            <a:r>
              <a:rPr lang="en-US" sz="1400">
                <a:hlinkClick r:id="rId4"/>
              </a:rPr>
              <a:t>https://www.ieee.org</a:t>
            </a:r>
            <a:r>
              <a:rPr lang="en-US" sz="1400"/>
              <a:t>. (Accessed: Oct. 12, 2025).</a:t>
            </a:r>
          </a:p>
          <a:p>
            <a:r>
              <a:rPr lang="en-US" sz="1400"/>
              <a:t>[10] Grey Literature International Steering Committee (GLISC), “Guidelines for the production of scientific and technical reports,” 2006. [Online]. Available: https://www.glisc.info. (Accessed: Oct. 12, 2025).</a:t>
            </a:r>
          </a:p>
          <a:p>
            <a:endParaRPr lang="en-US" sz="1400"/>
          </a:p>
        </p:txBody>
      </p:sp>
    </p:spTree>
    <p:extLst>
      <p:ext uri="{BB962C8B-B14F-4D97-AF65-F5344CB8AC3E}">
        <p14:creationId xmlns:p14="http://schemas.microsoft.com/office/powerpoint/2010/main" val="2584344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263375-E26E-4DB2-BAD7-9E07A784A6EE}"/>
              </a:ext>
            </a:extLst>
          </p:cNvPr>
          <p:cNvSpPr txBox="1"/>
          <p:nvPr/>
        </p:nvSpPr>
        <p:spPr>
          <a:xfrm>
            <a:off x="477078" y="821635"/>
            <a:ext cx="10124661" cy="3046988"/>
          </a:xfrm>
          <a:prstGeom prst="rect">
            <a:avLst/>
          </a:prstGeom>
          <a:noFill/>
        </p:spPr>
        <p:txBody>
          <a:bodyPr wrap="square" rtlCol="0">
            <a:spAutoFit/>
          </a:bodyPr>
          <a:lstStyle/>
          <a:p>
            <a:pPr algn="l"/>
            <a:r>
              <a:rPr lang="en-US" sz="3200" b="0" i="0" u="none" strike="noStrike" baseline="0">
                <a:latin typeface="LiberationSerif"/>
              </a:rPr>
              <a:t>Conducting a methodical review is not an easy task. </a:t>
            </a:r>
          </a:p>
          <a:p>
            <a:pPr algn="l"/>
            <a:endParaRPr lang="en-US" sz="3200">
              <a:latin typeface="LiberationSerif"/>
            </a:endParaRPr>
          </a:p>
          <a:p>
            <a:pPr algn="l"/>
            <a:r>
              <a:rPr lang="en-US" sz="3200" b="0" i="0" u="none" strike="noStrike" baseline="0">
                <a:latin typeface="LiberationSerif"/>
              </a:rPr>
              <a:t>To be sure, it is not something that you can do over the course of a weekend! </a:t>
            </a:r>
          </a:p>
          <a:p>
            <a:pPr algn="l"/>
            <a:endParaRPr lang="en-US" sz="3200">
              <a:latin typeface="LiberationSerif"/>
            </a:endParaRPr>
          </a:p>
          <a:p>
            <a:pPr algn="l"/>
            <a:r>
              <a:rPr lang="en-US" sz="3200" b="0" i="0" u="none" strike="noStrike" baseline="0">
                <a:latin typeface="LiberationSerif"/>
              </a:rPr>
              <a:t>In truth, your review is likely to take several months.</a:t>
            </a:r>
            <a:endParaRPr lang="en-US" sz="3200" dirty="0"/>
          </a:p>
        </p:txBody>
      </p:sp>
      <p:sp>
        <p:nvSpPr>
          <p:cNvPr id="4" name="TextBox 3">
            <a:extLst>
              <a:ext uri="{FF2B5EF4-FFF2-40B4-BE49-F238E27FC236}">
                <a16:creationId xmlns:a16="http://schemas.microsoft.com/office/drawing/2014/main" id="{11054BC5-B60D-4C34-8C37-4F6B57488B6C}"/>
              </a:ext>
            </a:extLst>
          </p:cNvPr>
          <p:cNvSpPr txBox="1"/>
          <p:nvPr/>
        </p:nvSpPr>
        <p:spPr>
          <a:xfrm>
            <a:off x="5168348" y="4757530"/>
            <a:ext cx="6599582" cy="1569660"/>
          </a:xfrm>
          <a:prstGeom prst="rect">
            <a:avLst/>
          </a:prstGeom>
          <a:noFill/>
        </p:spPr>
        <p:txBody>
          <a:bodyPr wrap="square" rtlCol="0">
            <a:spAutoFit/>
          </a:bodyPr>
          <a:lstStyle/>
          <a:p>
            <a:pPr marL="342900" indent="-342900" algn="l">
              <a:buAutoNum type="arabicParenBoth"/>
            </a:pPr>
            <a:r>
              <a:rPr lang="en-US" sz="3200" b="0" i="0" u="none" strike="noStrike" baseline="0">
                <a:solidFill>
                  <a:schemeClr val="accent5">
                    <a:lumMod val="75000"/>
                  </a:schemeClr>
                </a:solidFill>
                <a:latin typeface="LiberationSerif"/>
              </a:rPr>
              <a:t>the amount of literature available; </a:t>
            </a:r>
          </a:p>
          <a:p>
            <a:pPr marL="342900" indent="-342900" algn="l">
              <a:buAutoNum type="arabicParenBoth"/>
            </a:pPr>
            <a:r>
              <a:rPr lang="en-US" sz="3200" b="0" i="0" u="none" strike="noStrike" baseline="0">
                <a:solidFill>
                  <a:schemeClr val="accent5">
                    <a:lumMod val="75000"/>
                  </a:schemeClr>
                </a:solidFill>
                <a:latin typeface="LiberationSerif"/>
              </a:rPr>
              <a:t>the accuracy of data; and </a:t>
            </a:r>
          </a:p>
          <a:p>
            <a:pPr marL="342900" indent="-342900" algn="l">
              <a:buAutoNum type="arabicParenBoth"/>
            </a:pPr>
            <a:r>
              <a:rPr lang="en-US" sz="3200" b="0" i="0" u="none" strike="noStrike" baseline="0">
                <a:solidFill>
                  <a:schemeClr val="accent5">
                    <a:lumMod val="75000"/>
                  </a:schemeClr>
                </a:solidFill>
                <a:latin typeface="LiberationSerif"/>
              </a:rPr>
              <a:t>access to data.</a:t>
            </a:r>
            <a:endParaRPr lang="en-US" sz="3200" dirty="0">
              <a:solidFill>
                <a:schemeClr val="accent5">
                  <a:lumMod val="75000"/>
                </a:schemeClr>
              </a:solidFill>
            </a:endParaRPr>
          </a:p>
        </p:txBody>
      </p:sp>
    </p:spTree>
    <p:extLst>
      <p:ext uri="{BB962C8B-B14F-4D97-AF65-F5344CB8AC3E}">
        <p14:creationId xmlns:p14="http://schemas.microsoft.com/office/powerpoint/2010/main" val="70016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6CE3A9-5040-4938-8943-B9824A1D707C}"/>
              </a:ext>
            </a:extLst>
          </p:cNvPr>
          <p:cNvSpPr txBox="1"/>
          <p:nvPr/>
        </p:nvSpPr>
        <p:spPr>
          <a:xfrm>
            <a:off x="450575" y="1232452"/>
            <a:ext cx="10707756" cy="5016758"/>
          </a:xfrm>
          <a:prstGeom prst="rect">
            <a:avLst/>
          </a:prstGeom>
          <a:noFill/>
        </p:spPr>
        <p:txBody>
          <a:bodyPr wrap="square" rtlCol="0">
            <a:spAutoFit/>
          </a:bodyPr>
          <a:lstStyle/>
          <a:p>
            <a:pPr algn="l"/>
            <a:r>
              <a:rPr lang="en-US" sz="3200" b="0" i="0" u="none" strike="noStrike" baseline="0" dirty="0">
                <a:solidFill>
                  <a:srgbClr val="000000"/>
                </a:solidFill>
                <a:latin typeface="LiberationSerif"/>
              </a:rPr>
              <a:t>Jeffrey W. Knopf (2006: 127) suggested that a literature review has two key elements.</a:t>
            </a:r>
          </a:p>
          <a:p>
            <a:pPr algn="l"/>
            <a:r>
              <a:rPr lang="en-US" sz="3200" b="0" i="0" u="none" strike="noStrike" baseline="0" dirty="0">
                <a:solidFill>
                  <a:schemeClr val="accent6">
                    <a:lumMod val="75000"/>
                  </a:schemeClr>
                </a:solidFill>
                <a:latin typeface="LiberationSerif"/>
              </a:rPr>
              <a:t>First,</a:t>
            </a:r>
          </a:p>
          <a:p>
            <a:pPr algn="l"/>
            <a:r>
              <a:rPr lang="en-US" sz="3200" b="0" i="0" u="none" strike="noStrike" baseline="0" dirty="0">
                <a:solidFill>
                  <a:schemeClr val="accent6">
                    <a:lumMod val="75000"/>
                  </a:schemeClr>
                </a:solidFill>
                <a:latin typeface="LiberationSerif"/>
              </a:rPr>
              <a:t>it should concisely summarize the findings or claims that have emerged from prior research efforts on a subject. </a:t>
            </a:r>
          </a:p>
          <a:p>
            <a:pPr algn="l"/>
            <a:r>
              <a:rPr lang="en-US" sz="3200" b="0" i="0" u="none" strike="noStrike" baseline="0" dirty="0">
                <a:solidFill>
                  <a:schemeClr val="accent3">
                    <a:lumMod val="75000"/>
                  </a:schemeClr>
                </a:solidFill>
                <a:latin typeface="LiberationSerif"/>
              </a:rPr>
              <a:t>Second, a literature review should reach a conclusion about how accurate and complete that knowledge is; it should present your considered judgments about what’s right, what’s wrong, what’s inconclusive, and what’s missing in the existing literature.</a:t>
            </a:r>
            <a:endParaRPr lang="en-US" sz="3200" dirty="0">
              <a:solidFill>
                <a:schemeClr val="accent3">
                  <a:lumMod val="75000"/>
                </a:schemeClr>
              </a:solidFill>
            </a:endParaRPr>
          </a:p>
        </p:txBody>
      </p:sp>
    </p:spTree>
    <p:extLst>
      <p:ext uri="{BB962C8B-B14F-4D97-AF65-F5344CB8AC3E}">
        <p14:creationId xmlns:p14="http://schemas.microsoft.com/office/powerpoint/2010/main" val="2993137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E8273D8F-68E0-4649-BF63-C2D3DF38F74D}"/>
              </a:ext>
            </a:extLst>
          </p:cNvPr>
          <p:cNvSpPr txBox="1">
            <a:spLocks/>
          </p:cNvSpPr>
          <p:nvPr/>
        </p:nvSpPr>
        <p:spPr bwMode="gray">
          <a:xfrm>
            <a:off x="838200" y="253397"/>
            <a:ext cx="10515600" cy="1273233"/>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90000"/>
              </a:lnSpc>
              <a:spcAft>
                <a:spcPts val="600"/>
              </a:spcAft>
            </a:pPr>
            <a:r>
              <a:rPr lang="en-US" sz="4000" b="1" kern="1200">
                <a:solidFill>
                  <a:schemeClr val="tx1"/>
                </a:solidFill>
                <a:latin typeface="+mj-lt"/>
                <a:ea typeface="+mj-ea"/>
                <a:cs typeface="+mj-cs"/>
              </a:rPr>
              <a:t>Guide to conducting a literature review</a:t>
            </a:r>
          </a:p>
        </p:txBody>
      </p:sp>
      <p:sp>
        <p:nvSpPr>
          <p:cNvPr id="19" name="Rectangle 18">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extBox 1">
            <a:extLst>
              <a:ext uri="{FF2B5EF4-FFF2-40B4-BE49-F238E27FC236}">
                <a16:creationId xmlns:a16="http://schemas.microsoft.com/office/drawing/2014/main" id="{557BC3C2-AE17-438D-B28E-32253588E866}"/>
              </a:ext>
            </a:extLst>
          </p:cNvPr>
          <p:cNvSpPr txBox="1"/>
          <p:nvPr/>
        </p:nvSpPr>
        <p:spPr>
          <a:xfrm>
            <a:off x="838200" y="2478024"/>
            <a:ext cx="10515600" cy="3694176"/>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200" i="0" u="none" strike="noStrike" baseline="0"/>
              <a:t>It is very important to start exploring the literature as soon as possible. If initially, your research project is still fairly unfocused, your search will be in general terms only. (use your RQ and RO)</a:t>
            </a:r>
          </a:p>
          <a:p>
            <a:pPr marL="285750" indent="-228600">
              <a:lnSpc>
                <a:spcPct val="90000"/>
              </a:lnSpc>
              <a:spcAft>
                <a:spcPts val="600"/>
              </a:spcAft>
              <a:buFont typeface="Arial" panose="020B0604020202020204" pitchFamily="34" charset="0"/>
              <a:buChar char="•"/>
            </a:pPr>
            <a:endParaRPr lang="en-US" sz="1200" i="0" u="none" strike="noStrike" baseline="0"/>
          </a:p>
          <a:p>
            <a:pPr marL="285750" indent="-228600">
              <a:lnSpc>
                <a:spcPct val="90000"/>
              </a:lnSpc>
              <a:spcAft>
                <a:spcPts val="600"/>
              </a:spcAft>
              <a:buFont typeface="Arial" panose="020B0604020202020204" pitchFamily="34" charset="0"/>
              <a:buChar char="•"/>
            </a:pPr>
            <a:r>
              <a:rPr lang="en-US" sz="1200" i="0" u="none" strike="noStrike" baseline="0"/>
              <a:t>Decide the </a:t>
            </a:r>
            <a:r>
              <a:rPr lang="en-US" sz="1200" i="0" u="none" strike="noStrike" baseline="0">
                <a:highlight>
                  <a:srgbClr val="FFFF00"/>
                </a:highlight>
              </a:rPr>
              <a:t>scope</a:t>
            </a:r>
            <a:r>
              <a:rPr lang="en-US" sz="1200" i="0" u="none" strike="noStrike" baseline="0"/>
              <a:t> of your research and set your parameters accordingly (e.g. by the period of time, geography, or industry).</a:t>
            </a:r>
          </a:p>
          <a:p>
            <a:pPr marL="285750" indent="-228600">
              <a:lnSpc>
                <a:spcPct val="90000"/>
              </a:lnSpc>
              <a:spcAft>
                <a:spcPts val="600"/>
              </a:spcAft>
              <a:buFont typeface="Arial" panose="020B0604020202020204" pitchFamily="34" charset="0"/>
              <a:buChar char="•"/>
            </a:pPr>
            <a:endParaRPr lang="en-US" sz="1200"/>
          </a:p>
          <a:p>
            <a:pPr marL="285750" indent="-228600">
              <a:lnSpc>
                <a:spcPct val="90000"/>
              </a:lnSpc>
              <a:spcAft>
                <a:spcPts val="600"/>
              </a:spcAft>
              <a:buFont typeface="Arial" panose="020B0604020202020204" pitchFamily="34" charset="0"/>
              <a:buChar char="•"/>
            </a:pPr>
            <a:r>
              <a:rPr lang="en-US" sz="1200" i="0" u="none" strike="noStrike" baseline="0"/>
              <a:t>Determine the </a:t>
            </a:r>
            <a:r>
              <a:rPr lang="en-US" sz="1200" i="0" u="none" strike="noStrike" baseline="0">
                <a:highlight>
                  <a:srgbClr val="FFFF00"/>
                </a:highlight>
              </a:rPr>
              <a:t>keywords</a:t>
            </a:r>
            <a:r>
              <a:rPr lang="en-US" sz="1200" i="0" u="none" strike="noStrike" baseline="0"/>
              <a:t>, including alternative spellings, synonyms, and differences in usage.</a:t>
            </a:r>
          </a:p>
          <a:p>
            <a:pPr marL="285750" indent="-228600">
              <a:lnSpc>
                <a:spcPct val="90000"/>
              </a:lnSpc>
              <a:spcAft>
                <a:spcPts val="600"/>
              </a:spcAft>
              <a:buFont typeface="Arial" panose="020B0604020202020204" pitchFamily="34" charset="0"/>
              <a:buChar char="•"/>
            </a:pPr>
            <a:endParaRPr lang="en-US" sz="1200"/>
          </a:p>
          <a:p>
            <a:pPr marL="285750" indent="-228600">
              <a:lnSpc>
                <a:spcPct val="90000"/>
              </a:lnSpc>
              <a:spcAft>
                <a:spcPts val="600"/>
              </a:spcAft>
              <a:buFont typeface="Arial" panose="020B0604020202020204" pitchFamily="34" charset="0"/>
              <a:buChar char="•"/>
            </a:pPr>
            <a:r>
              <a:rPr lang="en-US" sz="1200" i="0" u="none" strike="noStrike" baseline="0">
                <a:highlight>
                  <a:srgbClr val="FFFF00"/>
                </a:highlight>
              </a:rPr>
              <a:t>Only collect articles, books, papers</a:t>
            </a:r>
            <a:r>
              <a:rPr lang="en-US" sz="1200" i="0" u="none" strike="noStrike" baseline="0"/>
              <a:t>, etc. which are relevant to your research (e.g. in terms of subject matter, methodology, research instrument, theoretical discussion). Good research articles should review the literature, describe the research methodology used in the study, discuss the results and draw conclusions.</a:t>
            </a:r>
          </a:p>
          <a:p>
            <a:pPr marL="285750" indent="-228600">
              <a:lnSpc>
                <a:spcPct val="90000"/>
              </a:lnSpc>
              <a:spcAft>
                <a:spcPts val="600"/>
              </a:spcAft>
              <a:buFont typeface="Arial" panose="020B0604020202020204" pitchFamily="34" charset="0"/>
              <a:buChar char="•"/>
            </a:pPr>
            <a:endParaRPr lang="en-US" sz="1200"/>
          </a:p>
          <a:p>
            <a:pPr marL="285750" indent="-228600">
              <a:lnSpc>
                <a:spcPct val="90000"/>
              </a:lnSpc>
              <a:spcAft>
                <a:spcPts val="600"/>
              </a:spcAft>
              <a:buFont typeface="Arial" panose="020B0604020202020204" pitchFamily="34" charset="0"/>
              <a:buChar char="•"/>
            </a:pPr>
            <a:r>
              <a:rPr lang="en-US" sz="1200" i="0" u="none" strike="noStrike" baseline="0"/>
              <a:t>Use the </a:t>
            </a:r>
            <a:r>
              <a:rPr lang="en-US" sz="1200" i="0" u="none" strike="noStrike" baseline="0">
                <a:highlight>
                  <a:srgbClr val="FFFF00"/>
                </a:highlight>
              </a:rPr>
              <a:t>references</a:t>
            </a:r>
            <a:r>
              <a:rPr lang="en-US" sz="1200" i="0" u="none" strike="noStrike" baseline="0"/>
              <a:t> given in the literature you have collected to guide you to other articles you should collect.</a:t>
            </a:r>
          </a:p>
          <a:p>
            <a:pPr marL="285750" indent="-228600">
              <a:lnSpc>
                <a:spcPct val="90000"/>
              </a:lnSpc>
              <a:spcAft>
                <a:spcPts val="600"/>
              </a:spcAft>
              <a:buFont typeface="Arial" panose="020B0604020202020204" pitchFamily="34" charset="0"/>
              <a:buChar char="•"/>
            </a:pPr>
            <a:endParaRPr lang="en-US" sz="1200"/>
          </a:p>
          <a:p>
            <a:pPr marL="285750" indent="-228600">
              <a:lnSpc>
                <a:spcPct val="90000"/>
              </a:lnSpc>
              <a:spcAft>
                <a:spcPts val="600"/>
              </a:spcAft>
              <a:buFont typeface="Arial" panose="020B0604020202020204" pitchFamily="34" charset="0"/>
              <a:buChar char="•"/>
            </a:pPr>
            <a:r>
              <a:rPr lang="en-US" sz="1200" i="0" u="none" strike="noStrike" baseline="0"/>
              <a:t>When you start to recognize the references cited in other works, you are nearing the end of your first search.</a:t>
            </a:r>
          </a:p>
          <a:p>
            <a:pPr marL="285750" indent="-228600">
              <a:lnSpc>
                <a:spcPct val="90000"/>
              </a:lnSpc>
              <a:spcAft>
                <a:spcPts val="600"/>
              </a:spcAft>
              <a:buFont typeface="Arial" panose="020B0604020202020204" pitchFamily="34" charset="0"/>
              <a:buChar char="•"/>
            </a:pPr>
            <a:endParaRPr lang="en-US" sz="1200"/>
          </a:p>
          <a:p>
            <a:pPr marL="285750" indent="-228600">
              <a:lnSpc>
                <a:spcPct val="90000"/>
              </a:lnSpc>
              <a:spcAft>
                <a:spcPts val="600"/>
              </a:spcAft>
              <a:buFont typeface="Arial" panose="020B0604020202020204" pitchFamily="34" charset="0"/>
              <a:buChar char="•"/>
            </a:pPr>
            <a:r>
              <a:rPr lang="en-US" sz="1200" i="0" u="none" strike="noStrike" baseline="0"/>
              <a:t>In order to keep up to date with the literature, it is important that you </a:t>
            </a:r>
            <a:r>
              <a:rPr lang="en-US" sz="1200" i="0" u="none" strike="noStrike" baseline="0">
                <a:highlight>
                  <a:srgbClr val="00FFFF"/>
                </a:highlight>
              </a:rPr>
              <a:t>continue your literature search throughout your study.</a:t>
            </a:r>
            <a:endParaRPr lang="en-US" sz="1200">
              <a:highlight>
                <a:srgbClr val="00FFFF"/>
              </a:highlight>
            </a:endParaRPr>
          </a:p>
        </p:txBody>
      </p:sp>
    </p:spTree>
    <p:extLst>
      <p:ext uri="{BB962C8B-B14F-4D97-AF65-F5344CB8AC3E}">
        <p14:creationId xmlns:p14="http://schemas.microsoft.com/office/powerpoint/2010/main" val="4232579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6FABFC6F-813C-4732-A42E-BDF6AACAAAD4}"/>
              </a:ext>
            </a:extLst>
          </p:cNvPr>
          <p:cNvSpPr txBox="1">
            <a:spLocks/>
          </p:cNvSpPr>
          <p:nvPr/>
        </p:nvSpPr>
        <p:spPr bwMode="gray">
          <a:xfrm>
            <a:off x="1115568" y="548640"/>
            <a:ext cx="10168128" cy="1179576"/>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90000"/>
              </a:lnSpc>
              <a:spcAft>
                <a:spcPts val="600"/>
              </a:spcAft>
            </a:pPr>
            <a:r>
              <a:rPr lang="en-US" sz="4000" b="1" kern="1200">
                <a:solidFill>
                  <a:schemeClr val="tx1"/>
                </a:solidFill>
                <a:latin typeface="+mj-lt"/>
                <a:ea typeface="+mj-ea"/>
                <a:cs typeface="+mj-cs"/>
              </a:rPr>
              <a:t>What if I can’t find any relevant sources?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extBox 1">
            <a:extLst>
              <a:ext uri="{FF2B5EF4-FFF2-40B4-BE49-F238E27FC236}">
                <a16:creationId xmlns:a16="http://schemas.microsoft.com/office/drawing/2014/main" id="{1545B4D5-835B-4E4A-BBE2-AB1ED17B67DF}"/>
              </a:ext>
            </a:extLst>
          </p:cNvPr>
          <p:cNvSpPr txBox="1"/>
          <p:nvPr/>
        </p:nvSpPr>
        <p:spPr>
          <a:xfrm>
            <a:off x="1115568" y="2481943"/>
            <a:ext cx="10168128" cy="36950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i="0" u="none" strike="noStrike" baseline="0"/>
              <a:t>• you are looking for the wrong type of source;</a:t>
            </a:r>
          </a:p>
          <a:p>
            <a:pPr indent="-228600">
              <a:lnSpc>
                <a:spcPct val="90000"/>
              </a:lnSpc>
              <a:spcAft>
                <a:spcPts val="600"/>
              </a:spcAft>
              <a:buFont typeface="Arial" panose="020B0604020202020204" pitchFamily="34" charset="0"/>
              <a:buChar char="•"/>
            </a:pPr>
            <a:r>
              <a:rPr lang="en-US" sz="2200" i="0" u="none" strike="noStrike" baseline="0"/>
              <a:t>• you are looking in the wrong place;</a:t>
            </a:r>
          </a:p>
          <a:p>
            <a:pPr indent="-228600">
              <a:lnSpc>
                <a:spcPct val="90000"/>
              </a:lnSpc>
              <a:spcAft>
                <a:spcPts val="600"/>
              </a:spcAft>
              <a:buFont typeface="Arial" panose="020B0604020202020204" pitchFamily="34" charset="0"/>
              <a:buChar char="•"/>
            </a:pPr>
            <a:r>
              <a:rPr lang="en-US" sz="2200" i="0" u="none" strike="noStrike" baseline="0"/>
              <a:t>• you have problems with the parameters or keywords for your research; </a:t>
            </a:r>
          </a:p>
          <a:p>
            <a:pPr indent="-228600">
              <a:lnSpc>
                <a:spcPct val="90000"/>
              </a:lnSpc>
              <a:spcAft>
                <a:spcPts val="600"/>
              </a:spcAft>
              <a:buFont typeface="Arial" panose="020B0604020202020204" pitchFamily="34" charset="0"/>
              <a:buChar char="•"/>
            </a:pPr>
            <a:r>
              <a:rPr lang="en-US" sz="2200" i="0" u="none" strike="noStrike" baseline="0"/>
              <a:t>or</a:t>
            </a:r>
          </a:p>
          <a:p>
            <a:pPr indent="-228600">
              <a:lnSpc>
                <a:spcPct val="90000"/>
              </a:lnSpc>
              <a:spcAft>
                <a:spcPts val="600"/>
              </a:spcAft>
              <a:buFont typeface="Arial" panose="020B0604020202020204" pitchFamily="34" charset="0"/>
              <a:buChar char="•"/>
            </a:pPr>
            <a:r>
              <a:rPr lang="en-US" sz="2200" i="0" u="none" strike="noStrike" baseline="0"/>
              <a:t>• you really have found an uncharted research area.</a:t>
            </a:r>
            <a:endParaRPr lang="en-US" sz="2200"/>
          </a:p>
        </p:txBody>
      </p:sp>
    </p:spTree>
    <p:extLst>
      <p:ext uri="{BB962C8B-B14F-4D97-AF65-F5344CB8AC3E}">
        <p14:creationId xmlns:p14="http://schemas.microsoft.com/office/powerpoint/2010/main" val="1458199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Starting to think about your own literature review</a:t>
            </a:r>
          </a:p>
        </p:txBody>
      </p:sp>
      <p:graphicFrame>
        <p:nvGraphicFramePr>
          <p:cNvPr id="12" name="Content Placeholder 2">
            <a:extLst>
              <a:ext uri="{FF2B5EF4-FFF2-40B4-BE49-F238E27FC236}">
                <a16:creationId xmlns:a16="http://schemas.microsoft.com/office/drawing/2014/main" id="{7BF836AA-EE68-D9B4-C4C0-77C6F4C8AE7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924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E98110AA-FE30-4AFD-949F-6FCBB3D7DD6F}"/>
              </a:ext>
            </a:extLst>
          </p:cNvPr>
          <p:cNvPicPr>
            <a:picLocks noChangeAspect="1"/>
          </p:cNvPicPr>
          <p:nvPr/>
        </p:nvPicPr>
        <p:blipFill rotWithShape="1">
          <a:blip r:embed="rId2"/>
          <a:srcRect t="2025" r="-1" b="3944"/>
          <a:stretch/>
        </p:blipFill>
        <p:spPr>
          <a:xfrm>
            <a:off x="741023" y="731673"/>
            <a:ext cx="8621342" cy="5394653"/>
          </a:xfrm>
          <a:prstGeom prst="rect">
            <a:avLst/>
          </a:prstGeom>
        </p:spPr>
      </p:pic>
    </p:spTree>
    <p:extLst>
      <p:ext uri="{BB962C8B-B14F-4D97-AF65-F5344CB8AC3E}">
        <p14:creationId xmlns:p14="http://schemas.microsoft.com/office/powerpoint/2010/main" val="914624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824B-4279-4D47-92DD-71F5353FAA23}"/>
              </a:ext>
            </a:extLst>
          </p:cNvPr>
          <p:cNvSpPr>
            <a:spLocks noGrp="1"/>
          </p:cNvSpPr>
          <p:nvPr>
            <p:ph type="title" idx="4294967295"/>
          </p:nvPr>
        </p:nvSpPr>
        <p:spPr>
          <a:xfrm>
            <a:off x="0" y="36513"/>
            <a:ext cx="10515600" cy="1325562"/>
          </a:xfrm>
        </p:spPr>
        <p:txBody>
          <a:bodyPr/>
          <a:lstStyle/>
          <a:p>
            <a:r>
              <a:rPr lang="en-US" b="1" dirty="0">
                <a:solidFill>
                  <a:srgbClr val="0070C0"/>
                </a:solidFill>
                <a:latin typeface="Franklin Gothic Book" panose="020B0503020102020204" pitchFamily="34" charset="0"/>
                <a:cs typeface="Segoe UI" panose="020B0502040204020203" pitchFamily="34" charset="0"/>
              </a:rPr>
              <a:t>Gather more data regarding your research:</a:t>
            </a:r>
          </a:p>
        </p:txBody>
      </p:sp>
      <p:sp>
        <p:nvSpPr>
          <p:cNvPr id="5" name="TextBox 4">
            <a:extLst>
              <a:ext uri="{FF2B5EF4-FFF2-40B4-BE49-F238E27FC236}">
                <a16:creationId xmlns:a16="http://schemas.microsoft.com/office/drawing/2014/main" id="{25AD4F61-E023-4530-BF03-8BC2D825D0BF}"/>
              </a:ext>
            </a:extLst>
          </p:cNvPr>
          <p:cNvSpPr txBox="1"/>
          <p:nvPr/>
        </p:nvSpPr>
        <p:spPr>
          <a:xfrm>
            <a:off x="949485" y="1062707"/>
            <a:ext cx="10123329" cy="1569660"/>
          </a:xfrm>
          <a:prstGeom prst="rect">
            <a:avLst/>
          </a:prstGeom>
          <a:noFill/>
        </p:spPr>
        <p:txBody>
          <a:bodyPr wrap="square" rtlCol="0">
            <a:spAutoFit/>
          </a:bodyPr>
          <a:lstStyle/>
          <a:p>
            <a:r>
              <a:rPr lang="en-US" sz="3200" dirty="0">
                <a:latin typeface="Segoe UI" panose="020B0502040204020203" pitchFamily="34" charset="0"/>
                <a:cs typeface="Segoe UI" panose="020B0502040204020203" pitchFamily="34" charset="0"/>
              </a:rPr>
              <a:t>Search </a:t>
            </a:r>
            <a:r>
              <a:rPr lang="en-US" sz="2400" dirty="0">
                <a:latin typeface="Segoe UI" panose="020B0502040204020203" pitchFamily="34" charset="0"/>
                <a:cs typeface="Segoe UI" panose="020B0502040204020203" pitchFamily="34" charset="0"/>
              </a:rPr>
              <a:t>for </a:t>
            </a:r>
            <a:r>
              <a:rPr lang="en-US" sz="2400" dirty="0">
                <a:highlight>
                  <a:srgbClr val="00FF00"/>
                </a:highlight>
                <a:latin typeface="Segoe UI" panose="020B0502040204020203" pitchFamily="34" charset="0"/>
                <a:cs typeface="Segoe UI" panose="020B0502040204020203" pitchFamily="34" charset="0"/>
              </a:rPr>
              <a:t>literature </a:t>
            </a:r>
            <a:r>
              <a:rPr lang="en-US" sz="2400" dirty="0">
                <a:latin typeface="Segoe UI" panose="020B0502040204020203" pitchFamily="34" charset="0"/>
                <a:cs typeface="Segoe UI" panose="020B0502040204020203" pitchFamily="34" charset="0"/>
              </a:rPr>
              <a:t>that match with your domain/topic:</a:t>
            </a:r>
          </a:p>
          <a:p>
            <a:endParaRPr lang="en-US" sz="3200" dirty="0">
              <a:latin typeface="Segoe UI" panose="020B0502040204020203" pitchFamily="34" charset="0"/>
              <a:cs typeface="Segoe UI" panose="020B0502040204020203" pitchFamily="34" charset="0"/>
            </a:endParaRPr>
          </a:p>
          <a:p>
            <a:r>
              <a:rPr lang="en-US" sz="3200" dirty="0">
                <a:highlight>
                  <a:srgbClr val="FF0000"/>
                </a:highlight>
                <a:latin typeface="Segoe UI" panose="020B0502040204020203" pitchFamily="34" charset="0"/>
                <a:cs typeface="Segoe UI" panose="020B0502040204020203" pitchFamily="34" charset="0"/>
              </a:rPr>
              <a:t>HOW TO DO THIS</a:t>
            </a:r>
          </a:p>
        </p:txBody>
      </p:sp>
      <p:sp>
        <p:nvSpPr>
          <p:cNvPr id="8" name="Oval 7">
            <a:extLst>
              <a:ext uri="{FF2B5EF4-FFF2-40B4-BE49-F238E27FC236}">
                <a16:creationId xmlns:a16="http://schemas.microsoft.com/office/drawing/2014/main" id="{E5585411-DE61-42EC-8DAB-BA853F129791}"/>
              </a:ext>
            </a:extLst>
          </p:cNvPr>
          <p:cNvSpPr/>
          <p:nvPr/>
        </p:nvSpPr>
        <p:spPr>
          <a:xfrm>
            <a:off x="363331" y="1495136"/>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1</a:t>
            </a:r>
          </a:p>
        </p:txBody>
      </p:sp>
      <p:sp>
        <p:nvSpPr>
          <p:cNvPr id="3" name="TextBox 2">
            <a:extLst>
              <a:ext uri="{FF2B5EF4-FFF2-40B4-BE49-F238E27FC236}">
                <a16:creationId xmlns:a16="http://schemas.microsoft.com/office/drawing/2014/main" id="{8B58736C-333C-48B1-91E5-8773BD99AF1C}"/>
              </a:ext>
            </a:extLst>
          </p:cNvPr>
          <p:cNvSpPr txBox="1"/>
          <p:nvPr/>
        </p:nvSpPr>
        <p:spPr>
          <a:xfrm>
            <a:off x="949485" y="2765428"/>
            <a:ext cx="10515600" cy="3539430"/>
          </a:xfrm>
          <a:prstGeom prst="rect">
            <a:avLst/>
          </a:prstGeom>
          <a:noFill/>
        </p:spPr>
        <p:txBody>
          <a:bodyPr wrap="square" rtlCol="0">
            <a:spAutoFit/>
          </a:bodyPr>
          <a:lstStyle/>
          <a:p>
            <a:r>
              <a:rPr lang="en-US" sz="2800" dirty="0">
                <a:latin typeface="Segoe UI" panose="020B0502040204020203" pitchFamily="34" charset="0"/>
                <a:cs typeface="Segoe UI" panose="020B0502040204020203" pitchFamily="34" charset="0"/>
              </a:rPr>
              <a:t>Google Scholar: </a:t>
            </a:r>
            <a:r>
              <a:rPr lang="en-US" sz="2800" dirty="0">
                <a:latin typeface="Segoe UI" panose="020B0502040204020203" pitchFamily="34" charset="0"/>
                <a:cs typeface="Segoe UI" panose="020B0502040204020203" pitchFamily="34" charset="0"/>
                <a:hlinkClick r:id="rId3"/>
              </a:rPr>
              <a:t>https://scholar.google.com/</a:t>
            </a:r>
            <a:endParaRPr lang="en-US" sz="2800" dirty="0">
              <a:latin typeface="Segoe UI" panose="020B0502040204020203" pitchFamily="34" charset="0"/>
              <a:cs typeface="Segoe UI" panose="020B0502040204020203" pitchFamily="34" charset="0"/>
            </a:endParaRPr>
          </a:p>
          <a:p>
            <a:endParaRPr lang="en-US" sz="2800" dirty="0">
              <a:latin typeface="Segoe UI" panose="020B0502040204020203" pitchFamily="34" charset="0"/>
              <a:cs typeface="Segoe UI" panose="020B0502040204020203" pitchFamily="34" charset="0"/>
            </a:endParaRPr>
          </a:p>
          <a:p>
            <a:r>
              <a:rPr lang="en-US" sz="2800" dirty="0">
                <a:latin typeface="Segoe UI" panose="020B0502040204020203" pitchFamily="34" charset="0"/>
                <a:cs typeface="Segoe UI" panose="020B0502040204020203" pitchFamily="34" charset="0"/>
              </a:rPr>
              <a:t>Research Gate</a:t>
            </a:r>
          </a:p>
          <a:p>
            <a:endParaRPr lang="en-US" sz="2800" dirty="0">
              <a:latin typeface="Segoe UI" panose="020B0502040204020203" pitchFamily="34" charset="0"/>
              <a:cs typeface="Segoe UI" panose="020B0502040204020203" pitchFamily="34" charset="0"/>
            </a:endParaRPr>
          </a:p>
          <a:p>
            <a:r>
              <a:rPr lang="en-US" sz="2800" dirty="0">
                <a:latin typeface="Segoe UI" panose="020B0502040204020203" pitchFamily="34" charset="0"/>
                <a:cs typeface="Segoe UI" panose="020B0502040204020203" pitchFamily="34" charset="0"/>
              </a:rPr>
              <a:t>IEEE Digital Explorer</a:t>
            </a:r>
          </a:p>
          <a:p>
            <a:endParaRPr lang="en-US" sz="2800" dirty="0">
              <a:latin typeface="Segoe UI" panose="020B0502040204020203" pitchFamily="34" charset="0"/>
              <a:cs typeface="Segoe UI" panose="020B0502040204020203" pitchFamily="34" charset="0"/>
            </a:endParaRPr>
          </a:p>
          <a:p>
            <a:r>
              <a:rPr lang="en-US" sz="2800" dirty="0">
                <a:latin typeface="Segoe UI" panose="020B0502040204020203" pitchFamily="34" charset="0"/>
                <a:cs typeface="Segoe UI" panose="020B0502040204020203" pitchFamily="34" charset="0"/>
              </a:rPr>
              <a:t>Many more</a:t>
            </a:r>
          </a:p>
          <a:p>
            <a:endParaRPr lang="en-US" sz="2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3491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57B3-BCE6-4EF0-A2D6-D0CBB0FDFBE7}"/>
              </a:ext>
            </a:extLst>
          </p:cNvPr>
          <p:cNvSpPr>
            <a:spLocks noGrp="1"/>
          </p:cNvSpPr>
          <p:nvPr>
            <p:ph type="title"/>
          </p:nvPr>
        </p:nvSpPr>
        <p:spPr/>
        <p:txBody>
          <a:bodyPr/>
          <a:lstStyle/>
          <a:p>
            <a:r>
              <a:rPr lang="en-US" dirty="0"/>
              <a:t>Synthesizing the information</a:t>
            </a:r>
            <a:endParaRPr lang="en-GB" dirty="0"/>
          </a:p>
        </p:txBody>
      </p:sp>
      <p:pic>
        <p:nvPicPr>
          <p:cNvPr id="4" name="Content Placeholder 3">
            <a:extLst>
              <a:ext uri="{FF2B5EF4-FFF2-40B4-BE49-F238E27FC236}">
                <a16:creationId xmlns:a16="http://schemas.microsoft.com/office/drawing/2014/main" id="{8303448B-7E61-4940-886D-267813731706}"/>
              </a:ext>
            </a:extLst>
          </p:cNvPr>
          <p:cNvPicPr>
            <a:picLocks noGrp="1" noChangeAspect="1"/>
          </p:cNvPicPr>
          <p:nvPr>
            <p:ph idx="1"/>
          </p:nvPr>
        </p:nvPicPr>
        <p:blipFill>
          <a:blip r:embed="rId2"/>
          <a:stretch>
            <a:fillRect/>
          </a:stretch>
        </p:blipFill>
        <p:spPr>
          <a:xfrm>
            <a:off x="1154954" y="2006061"/>
            <a:ext cx="9082206" cy="4295745"/>
          </a:xfrm>
          <a:prstGeom prst="rect">
            <a:avLst/>
          </a:prstGeom>
        </p:spPr>
      </p:pic>
    </p:spTree>
    <p:extLst>
      <p:ext uri="{BB962C8B-B14F-4D97-AF65-F5344CB8AC3E}">
        <p14:creationId xmlns:p14="http://schemas.microsoft.com/office/powerpoint/2010/main" val="39429053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253397"/>
            <a:ext cx="10515600" cy="1273233"/>
          </a:xfrm>
        </p:spPr>
        <p:txBody>
          <a:bodyPr>
            <a:normAutofit/>
          </a:bodyPr>
          <a:lstStyle/>
          <a:p>
            <a:r>
              <a:rPr lang="en-GB" sz="4000"/>
              <a:t>Main ideas/debates</a:t>
            </a:r>
          </a:p>
        </p:txBody>
      </p:sp>
      <p:sp>
        <p:nvSpPr>
          <p:cNvPr id="25" name="Rectangle 24">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838200" y="2478024"/>
            <a:ext cx="10515600" cy="3694176"/>
          </a:xfrm>
        </p:spPr>
        <p:txBody>
          <a:bodyPr>
            <a:normAutofit/>
          </a:bodyPr>
          <a:lstStyle/>
          <a:p>
            <a:pPr marL="0" indent="0">
              <a:buNone/>
            </a:pPr>
            <a:r>
              <a:rPr lang="en-GB" sz="2000" dirty="0"/>
              <a:t>Once you have the relevant sources you can begin to think about what the key ideas, debates, methodologies etc. are in your field. </a:t>
            </a:r>
          </a:p>
          <a:p>
            <a:pPr marL="0" indent="0">
              <a:buNone/>
            </a:pPr>
            <a:r>
              <a:rPr lang="en-GB" sz="2000" dirty="0"/>
              <a:t>You can also think about how these ideas have changed over time.</a:t>
            </a:r>
          </a:p>
          <a:p>
            <a:pPr marL="0" indent="0">
              <a:buNone/>
            </a:pPr>
            <a:endParaRPr lang="en-GB" sz="2000" dirty="0"/>
          </a:p>
          <a:p>
            <a:pPr marL="0" indent="0">
              <a:buNone/>
            </a:pPr>
            <a:r>
              <a:rPr lang="en-GB" sz="2000" dirty="0"/>
              <a:t>    Ask yourself:</a:t>
            </a:r>
          </a:p>
          <a:p>
            <a:pPr marL="0" indent="0">
              <a:buNone/>
            </a:pPr>
            <a:r>
              <a:rPr lang="en-GB" sz="2000" dirty="0"/>
              <a:t>How has the topic or problem been defined?</a:t>
            </a:r>
          </a:p>
          <a:p>
            <a:pPr marL="0" indent="0">
              <a:buNone/>
            </a:pPr>
            <a:r>
              <a:rPr lang="en-GB" sz="2000" dirty="0"/>
              <a:t>Are there any trends and patterns across the literature?</a:t>
            </a:r>
          </a:p>
          <a:p>
            <a:pPr marL="0" indent="0">
              <a:buNone/>
            </a:pPr>
            <a:r>
              <a:rPr lang="en-GB" sz="2000" dirty="0"/>
              <a:t>What methodological assumptions and approaches have been used?</a:t>
            </a:r>
          </a:p>
          <a:p>
            <a:pPr marL="0" indent="0">
              <a:buNone/>
            </a:pPr>
            <a:r>
              <a:rPr lang="en-GB" sz="2000" dirty="0"/>
              <a:t>What are the agreements and disagreements between theorists on my topic?</a:t>
            </a:r>
          </a:p>
          <a:p>
            <a:pPr marL="0" indent="0">
              <a:buNone/>
            </a:pPr>
            <a:endParaRPr lang="en-GB" sz="2000" dirty="0"/>
          </a:p>
        </p:txBody>
      </p:sp>
    </p:spTree>
    <p:extLst>
      <p:ext uri="{BB962C8B-B14F-4D97-AF65-F5344CB8AC3E}">
        <p14:creationId xmlns:p14="http://schemas.microsoft.com/office/powerpoint/2010/main" val="4207484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AEE7C87-3F74-4946-9423-B2FE3683871A}"/>
              </a:ext>
            </a:extLst>
          </p:cNvPr>
          <p:cNvSpPr txBox="1"/>
          <p:nvPr/>
        </p:nvSpPr>
        <p:spPr>
          <a:xfrm>
            <a:off x="1115568" y="548640"/>
            <a:ext cx="10168128" cy="117957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chemeClr val="tx1"/>
                </a:solidFill>
                <a:latin typeface="+mj-lt"/>
                <a:ea typeface="+mj-ea"/>
                <a:cs typeface="+mj-cs"/>
              </a:rPr>
              <a:t>REFERENCING STYLE: HARVARD</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C7F6B05F-C9CA-45FE-AC59-825470FC60C3}"/>
              </a:ext>
            </a:extLst>
          </p:cNvPr>
          <p:cNvSpPr txBox="1"/>
          <p:nvPr/>
        </p:nvSpPr>
        <p:spPr>
          <a:xfrm>
            <a:off x="1115568" y="2481943"/>
            <a:ext cx="10168128" cy="36950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b="1"/>
              <a:t>Harvard referencing style</a:t>
            </a:r>
            <a:r>
              <a:rPr lang="en-US" sz="2200"/>
              <a:t> uses </a:t>
            </a:r>
            <a:r>
              <a:rPr lang="en-US" sz="2200" b="1"/>
              <a:t>references</a:t>
            </a:r>
            <a:r>
              <a:rPr lang="en-US" sz="2200"/>
              <a:t> in two places in a piece of writing: </a:t>
            </a:r>
          </a:p>
          <a:p>
            <a:pPr indent="-228600">
              <a:lnSpc>
                <a:spcPct val="90000"/>
              </a:lnSpc>
              <a:spcAft>
                <a:spcPts val="600"/>
              </a:spcAft>
              <a:buFont typeface="Arial" panose="020B0604020202020204" pitchFamily="34" charset="0"/>
              <a:buChar char="•"/>
            </a:pPr>
            <a:r>
              <a:rPr lang="en-US" sz="2200"/>
              <a:t>in the text (citation) and </a:t>
            </a:r>
          </a:p>
          <a:p>
            <a:pPr indent="-228600">
              <a:lnSpc>
                <a:spcPct val="90000"/>
              </a:lnSpc>
              <a:spcAft>
                <a:spcPts val="600"/>
              </a:spcAft>
              <a:buFont typeface="Arial" panose="020B0604020202020204" pitchFamily="34" charset="0"/>
              <a:buChar char="•"/>
            </a:pPr>
            <a:r>
              <a:rPr lang="en-US" sz="2200"/>
              <a:t>in a </a:t>
            </a:r>
            <a:r>
              <a:rPr lang="en-US" sz="2200" b="1"/>
              <a:t>reference</a:t>
            </a:r>
            <a:r>
              <a:rPr lang="en-US" sz="2200"/>
              <a:t> list at the end. </a:t>
            </a:r>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r>
              <a:rPr lang="en-US" sz="2200"/>
              <a:t>In general, each author name that appears in the text must also appear in the </a:t>
            </a:r>
            <a:r>
              <a:rPr lang="en-US" sz="2200" b="1"/>
              <a:t>reference</a:t>
            </a:r>
            <a:r>
              <a:rPr lang="en-US" sz="2200"/>
              <a:t> list, and every work in the </a:t>
            </a:r>
            <a:r>
              <a:rPr lang="en-US" sz="2200" b="1"/>
              <a:t>reference</a:t>
            </a:r>
            <a:r>
              <a:rPr lang="en-US" sz="2200"/>
              <a:t> list must also be referred to in the main text.</a:t>
            </a:r>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r>
              <a:rPr lang="en-US" sz="2200">
                <a:hlinkClick r:id="rId2"/>
              </a:rPr>
              <a:t>https://www.mendeley.com/guides/harvard-citation-guide</a:t>
            </a:r>
            <a:endParaRPr lang="en-US" sz="2200"/>
          </a:p>
        </p:txBody>
      </p:sp>
    </p:spTree>
    <p:extLst>
      <p:ext uri="{BB962C8B-B14F-4D97-AF65-F5344CB8AC3E}">
        <p14:creationId xmlns:p14="http://schemas.microsoft.com/office/powerpoint/2010/main" val="27322609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CD912-4252-4251-8D8A-9FC7AEFDE390}"/>
              </a:ext>
            </a:extLst>
          </p:cNvPr>
          <p:cNvSpPr>
            <a:spLocks noGrp="1"/>
          </p:cNvSpPr>
          <p:nvPr>
            <p:ph type="title"/>
          </p:nvPr>
        </p:nvSpPr>
        <p:spPr/>
        <p:txBody>
          <a:bodyPr/>
          <a:lstStyle/>
          <a:p>
            <a:r>
              <a:rPr lang="en-US"/>
              <a:t>Quoting, Paraphrasing, and Summarizing</a:t>
            </a:r>
            <a:endParaRPr lang="en-US" dirty="0"/>
          </a:p>
        </p:txBody>
      </p:sp>
      <p:graphicFrame>
        <p:nvGraphicFramePr>
          <p:cNvPr id="5" name="Content Placeholder 2">
            <a:extLst>
              <a:ext uri="{FF2B5EF4-FFF2-40B4-BE49-F238E27FC236}">
                <a16:creationId xmlns:a16="http://schemas.microsoft.com/office/drawing/2014/main" id="{1667535A-BEDA-4DA6-4072-422582DA4EA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7801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62586" y="190781"/>
            <a:ext cx="9485778" cy="441231"/>
          </a:xfrm>
        </p:spPr>
        <p:txBody>
          <a:bodyPr>
            <a:normAutofit fontScale="90000"/>
          </a:bodyPr>
          <a:lstStyle/>
          <a:p>
            <a:r>
              <a:rPr lang="en-IE" altLang="en-US" dirty="0"/>
              <a:t>What is a reference and citation?</a:t>
            </a:r>
            <a:endParaRPr lang="en-GB" altLang="en-US" dirty="0"/>
          </a:p>
        </p:txBody>
      </p:sp>
      <p:sp>
        <p:nvSpPr>
          <p:cNvPr id="4099" name="Rectangle 3"/>
          <p:cNvSpPr>
            <a:spLocks noGrp="1" noChangeArrowheads="1"/>
          </p:cNvSpPr>
          <p:nvPr>
            <p:ph idx="1"/>
          </p:nvPr>
        </p:nvSpPr>
        <p:spPr>
          <a:xfrm>
            <a:off x="795057" y="920751"/>
            <a:ext cx="10601885" cy="5563907"/>
          </a:xfrm>
        </p:spPr>
        <p:txBody>
          <a:bodyPr>
            <a:normAutofit fontScale="92500" lnSpcReduction="20000"/>
          </a:bodyPr>
          <a:lstStyle/>
          <a:p>
            <a:pPr algn="just">
              <a:lnSpc>
                <a:spcPct val="150000"/>
              </a:lnSpc>
            </a:pPr>
            <a:r>
              <a:rPr lang="en-IE" altLang="en-US" sz="2400" dirty="0"/>
              <a:t>A way of giving credit for someone's thinking, writing or research</a:t>
            </a:r>
          </a:p>
          <a:p>
            <a:pPr algn="just">
              <a:lnSpc>
                <a:spcPct val="150000"/>
              </a:lnSpc>
            </a:pPr>
            <a:r>
              <a:rPr lang="en-IE" altLang="en-US" sz="2400" dirty="0"/>
              <a:t>You mark the material when you use it (a citation) and give the full identification at the end (a reference)</a:t>
            </a:r>
          </a:p>
          <a:p>
            <a:pPr lvl="1" algn="just">
              <a:lnSpc>
                <a:spcPct val="150000"/>
              </a:lnSpc>
            </a:pPr>
            <a:r>
              <a:rPr lang="en-IE" altLang="en-US" sz="2400" dirty="0" err="1"/>
              <a:t>E.g</a:t>
            </a:r>
            <a:r>
              <a:rPr lang="en-IE" altLang="en-US" sz="2400" dirty="0"/>
              <a:t>: </a:t>
            </a:r>
            <a:r>
              <a:rPr lang="en-US" sz="2400" dirty="0"/>
              <a:t>According to </a:t>
            </a:r>
            <a:r>
              <a:rPr lang="en-US" sz="2400" dirty="0" err="1">
                <a:solidFill>
                  <a:srgbClr val="FF0000"/>
                </a:solidFill>
              </a:rPr>
              <a:t>Vargo</a:t>
            </a:r>
            <a:r>
              <a:rPr lang="en-US" sz="2400" dirty="0">
                <a:solidFill>
                  <a:srgbClr val="FF0000"/>
                </a:solidFill>
              </a:rPr>
              <a:t> and </a:t>
            </a:r>
            <a:r>
              <a:rPr lang="en-US" sz="2400" dirty="0" err="1">
                <a:solidFill>
                  <a:srgbClr val="FF0000"/>
                </a:solidFill>
              </a:rPr>
              <a:t>Lusch</a:t>
            </a:r>
            <a:r>
              <a:rPr lang="en-US" sz="2400" dirty="0">
                <a:solidFill>
                  <a:srgbClr val="FF0000"/>
                </a:solidFill>
              </a:rPr>
              <a:t> (2012) </a:t>
            </a:r>
            <a:r>
              <a:rPr lang="en-US" sz="2400" dirty="0"/>
              <a:t>brand awareness directly make an impact on customer decision making.</a:t>
            </a:r>
          </a:p>
          <a:p>
            <a:pPr marL="530352" lvl="1" indent="0" algn="just">
              <a:lnSpc>
                <a:spcPct val="150000"/>
              </a:lnSpc>
              <a:buNone/>
            </a:pPr>
            <a:endParaRPr lang="en-US" sz="2400" dirty="0"/>
          </a:p>
          <a:p>
            <a:pPr marL="530352" lvl="1" indent="0" algn="just">
              <a:lnSpc>
                <a:spcPct val="150000"/>
              </a:lnSpc>
              <a:buNone/>
            </a:pPr>
            <a:r>
              <a:rPr lang="en-US" sz="2400" i="0" dirty="0" err="1"/>
              <a:t>Vargo</a:t>
            </a:r>
            <a:r>
              <a:rPr lang="en-US" sz="2400" i="0" dirty="0"/>
              <a:t>, S. L., &amp; </a:t>
            </a:r>
            <a:r>
              <a:rPr lang="en-US" sz="2400" i="0" dirty="0" err="1"/>
              <a:t>Lusch</a:t>
            </a:r>
            <a:r>
              <a:rPr lang="en-US" sz="2400" i="0" dirty="0"/>
              <a:t>, R. F., (2012) Evolving to a New Dominant Logic for Marketing, </a:t>
            </a:r>
            <a:r>
              <a:rPr lang="en-US" sz="2400" dirty="0"/>
              <a:t>Journal of Marketing</a:t>
            </a:r>
            <a:r>
              <a:rPr lang="en-US" sz="2400" i="0" dirty="0"/>
              <a:t>, Vol. 68 pp. 1-17</a:t>
            </a:r>
          </a:p>
          <a:p>
            <a:pPr marL="530352" lvl="1" indent="0" algn="just">
              <a:lnSpc>
                <a:spcPct val="150000"/>
              </a:lnSpc>
              <a:buNone/>
            </a:pPr>
            <a:endParaRPr lang="en-IE" altLang="en-US" sz="2400" i="0" dirty="0"/>
          </a:p>
          <a:p>
            <a:pPr algn="just">
              <a:lnSpc>
                <a:spcPct val="150000"/>
              </a:lnSpc>
            </a:pPr>
            <a:r>
              <a:rPr lang="en-IE" altLang="en-US" sz="2400" dirty="0"/>
              <a:t>In academic writing you are obliged to attribute every piece of material you use to its author</a:t>
            </a:r>
            <a:endParaRPr lang="en-GB" altLang="en-US" sz="2400" dirty="0"/>
          </a:p>
        </p:txBody>
      </p:sp>
      <p:cxnSp>
        <p:nvCxnSpPr>
          <p:cNvPr id="3" name="Straight Arrow Connector 2"/>
          <p:cNvCxnSpPr/>
          <p:nvPr/>
        </p:nvCxnSpPr>
        <p:spPr>
          <a:xfrm flipH="1" flipV="1">
            <a:off x="6041652" y="2965120"/>
            <a:ext cx="1344706" cy="552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386358" y="3333373"/>
            <a:ext cx="2097741" cy="369332"/>
          </a:xfrm>
          <a:prstGeom prst="rect">
            <a:avLst/>
          </a:prstGeom>
          <a:noFill/>
        </p:spPr>
        <p:txBody>
          <a:bodyPr wrap="square" rtlCol="0">
            <a:spAutoFit/>
          </a:bodyPr>
          <a:lstStyle/>
          <a:p>
            <a:r>
              <a:rPr lang="en-US" b="1" dirty="0"/>
              <a:t>Citation</a:t>
            </a:r>
          </a:p>
        </p:txBody>
      </p:sp>
      <p:cxnSp>
        <p:nvCxnSpPr>
          <p:cNvPr id="10" name="Straight Arrow Connector 9"/>
          <p:cNvCxnSpPr/>
          <p:nvPr/>
        </p:nvCxnSpPr>
        <p:spPr>
          <a:xfrm flipH="1" flipV="1">
            <a:off x="6263528" y="4356096"/>
            <a:ext cx="1344706" cy="552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608234" y="4724349"/>
            <a:ext cx="2097741" cy="369332"/>
          </a:xfrm>
          <a:prstGeom prst="rect">
            <a:avLst/>
          </a:prstGeom>
          <a:noFill/>
        </p:spPr>
        <p:txBody>
          <a:bodyPr wrap="square" rtlCol="0">
            <a:spAutoFit/>
          </a:bodyPr>
          <a:lstStyle/>
          <a:p>
            <a:r>
              <a:rPr lang="en-US" b="1" dirty="0"/>
              <a:t>Reference</a:t>
            </a:r>
          </a:p>
        </p:txBody>
      </p:sp>
    </p:spTree>
    <p:extLst>
      <p:ext uri="{BB962C8B-B14F-4D97-AF65-F5344CB8AC3E}">
        <p14:creationId xmlns:p14="http://schemas.microsoft.com/office/powerpoint/2010/main" val="324701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 calcmode="lin" valueType="num">
                                      <p:cBhvr additive="base">
                                        <p:cTn id="17" dur="500" fill="hold"/>
                                        <p:tgtEl>
                                          <p:spTgt spid="40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09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099">
                                            <p:txEl>
                                              <p:pRg st="4" end="4"/>
                                            </p:txEl>
                                          </p:spTgt>
                                        </p:tgtEl>
                                        <p:attrNameLst>
                                          <p:attrName>style.visibility</p:attrName>
                                        </p:attrNameLst>
                                      </p:cBhvr>
                                      <p:to>
                                        <p:strVal val="visible"/>
                                      </p:to>
                                    </p:set>
                                    <p:anim calcmode="lin" valueType="num">
                                      <p:cBhvr additive="base">
                                        <p:cTn id="21" dur="500" fill="hold"/>
                                        <p:tgtEl>
                                          <p:spTgt spid="409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0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099">
                                            <p:txEl>
                                              <p:pRg st="6" end="6"/>
                                            </p:txEl>
                                          </p:spTgt>
                                        </p:tgtEl>
                                        <p:attrNameLst>
                                          <p:attrName>style.visibility</p:attrName>
                                        </p:attrNameLst>
                                      </p:cBhvr>
                                      <p:to>
                                        <p:strVal val="visible"/>
                                      </p:to>
                                    </p:set>
                                    <p:anim calcmode="lin" valueType="num">
                                      <p:cBhvr additive="base">
                                        <p:cTn id="27" dur="500" fill="hold"/>
                                        <p:tgtEl>
                                          <p:spTgt spid="409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0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arn(inVertical)">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down)">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2">
                                            <p:txEl>
                                              <p:pRg st="0" end="0"/>
                                            </p:txEl>
                                          </p:spTgt>
                                        </p:tgtEl>
                                        <p:attrNameLst>
                                          <p:attrName>style.visibility</p:attrName>
                                        </p:attrNameLst>
                                      </p:cBhvr>
                                      <p:to>
                                        <p:strVal val="visible"/>
                                      </p:to>
                                    </p:set>
                                    <p:animEffect transition="in" filter="wipe(down)">
                                      <p:cBhvr>
                                        <p:cTn id="50"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5238FCA-5369-4B76-84E2-A547705CC08C}"/>
              </a:ext>
            </a:extLst>
          </p:cNvPr>
          <p:cNvPicPr>
            <a:picLocks noChangeAspect="1"/>
          </p:cNvPicPr>
          <p:nvPr/>
        </p:nvPicPr>
        <p:blipFill rotWithShape="1">
          <a:blip r:embed="rId2"/>
          <a:srcRect l="19039" t="23372" r="33769" b="20396"/>
          <a:stretch/>
        </p:blipFill>
        <p:spPr>
          <a:xfrm>
            <a:off x="1940047" y="643467"/>
            <a:ext cx="8311905"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21061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AF61C377-4217-487B-B45B-B9AD2F4B6846}"/>
              </a:ext>
            </a:extLst>
          </p:cNvPr>
          <p:cNvPicPr>
            <a:picLocks noChangeAspect="1"/>
          </p:cNvPicPr>
          <p:nvPr/>
        </p:nvPicPr>
        <p:blipFill>
          <a:blip r:embed="rId2"/>
          <a:stretch>
            <a:fillRect/>
          </a:stretch>
        </p:blipFill>
        <p:spPr>
          <a:xfrm>
            <a:off x="708673" y="474132"/>
            <a:ext cx="5152984" cy="3439617"/>
          </a:xfrm>
          <a:prstGeom prst="roundRect">
            <a:avLst>
              <a:gd name="adj" fmla="val 0"/>
            </a:avLst>
          </a:prstGeom>
          <a:effectLst/>
        </p:spPr>
      </p:pic>
      <p:pic>
        <p:nvPicPr>
          <p:cNvPr id="4" name="Picture 3" descr="Text&#10;&#10;Description automatically generated with low confidence">
            <a:extLst>
              <a:ext uri="{FF2B5EF4-FFF2-40B4-BE49-F238E27FC236}">
                <a16:creationId xmlns:a16="http://schemas.microsoft.com/office/drawing/2014/main" id="{31B242EF-824B-4B7D-AAB1-BE144ED86308}"/>
              </a:ext>
            </a:extLst>
          </p:cNvPr>
          <p:cNvPicPr>
            <a:picLocks noChangeAspect="1"/>
          </p:cNvPicPr>
          <p:nvPr/>
        </p:nvPicPr>
        <p:blipFill>
          <a:blip r:embed="rId3"/>
          <a:stretch>
            <a:fillRect/>
          </a:stretch>
        </p:blipFill>
        <p:spPr>
          <a:xfrm>
            <a:off x="6444241" y="473338"/>
            <a:ext cx="4827532" cy="3439617"/>
          </a:xfrm>
          <a:prstGeom prst="roundRect">
            <a:avLst>
              <a:gd name="adj" fmla="val 0"/>
            </a:avLst>
          </a:prstGeom>
          <a:effectLst/>
        </p:spPr>
      </p:pic>
      <p:sp>
        <p:nvSpPr>
          <p:cNvPr id="2" name="Title 1">
            <a:extLst>
              <a:ext uri="{FF2B5EF4-FFF2-40B4-BE49-F238E27FC236}">
                <a16:creationId xmlns:a16="http://schemas.microsoft.com/office/drawing/2014/main" id="{469EE1CA-AB30-403B-9C7F-3BF79ED3AE65}"/>
              </a:ext>
            </a:extLst>
          </p:cNvPr>
          <p:cNvSpPr>
            <a:spLocks noGrp="1"/>
          </p:cNvSpPr>
          <p:nvPr>
            <p:ph type="ctrTitle"/>
          </p:nvPr>
        </p:nvSpPr>
        <p:spPr>
          <a:xfrm>
            <a:off x="649975" y="4517136"/>
            <a:ext cx="10893095" cy="1174947"/>
          </a:xfrm>
        </p:spPr>
        <p:txBody>
          <a:bodyPr>
            <a:normAutofit/>
          </a:bodyPr>
          <a:lstStyle/>
          <a:p>
            <a:r>
              <a:rPr lang="en-US" sz="6000"/>
              <a:t>Let’s Start</a:t>
            </a:r>
          </a:p>
        </p:txBody>
      </p:sp>
    </p:spTree>
    <p:extLst>
      <p:ext uri="{BB962C8B-B14F-4D97-AF65-F5344CB8AC3E}">
        <p14:creationId xmlns:p14="http://schemas.microsoft.com/office/powerpoint/2010/main" val="851847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3316</Words>
  <Application>Microsoft Office PowerPoint</Application>
  <PresentationFormat>Widescreen</PresentationFormat>
  <Paragraphs>344</Paragraphs>
  <Slides>49</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Aptos</vt:lpstr>
      <vt:lpstr>Arial</vt:lpstr>
      <vt:lpstr>Calibri</vt:lpstr>
      <vt:lpstr>Courier New</vt:lpstr>
      <vt:lpstr>Franklin Gothic Book</vt:lpstr>
      <vt:lpstr>LiberationSerif</vt:lpstr>
      <vt:lpstr>LiberationSerif-Italic</vt:lpstr>
      <vt:lpstr>Segoe UI</vt:lpstr>
      <vt:lpstr>Wingdings</vt:lpstr>
      <vt:lpstr>Office Theme</vt:lpstr>
      <vt:lpstr>Conducting a Literature Review</vt:lpstr>
      <vt:lpstr>Learning Outcomes</vt:lpstr>
      <vt:lpstr>Exercise: (15 mins)</vt:lpstr>
      <vt:lpstr>When undertaking your research, it is essential that you are aware of and acknowledge existing research in your chosen area.</vt:lpstr>
      <vt:lpstr>What you can refer</vt:lpstr>
      <vt:lpstr>What Is a Literature Review?</vt:lpstr>
      <vt:lpstr>PowerPoint Presentation</vt:lpstr>
      <vt:lpstr>Why Conduct a Literature Review?</vt:lpstr>
      <vt:lpstr>Functions of a Literature Review</vt:lpstr>
      <vt:lpstr>Sources of Literature</vt:lpstr>
      <vt:lpstr>Searching the Literature – Step by Step</vt:lpstr>
      <vt:lpstr>Boolean Operators in Literature Search</vt:lpstr>
      <vt:lpstr>Examples</vt:lpstr>
      <vt:lpstr>Have you heard about critical thinking..?</vt:lpstr>
      <vt:lpstr>goes beyond summarizing — it involves analysis, evaluation, and reflection.</vt:lpstr>
      <vt:lpstr>PowerPoint Presentation</vt:lpstr>
      <vt:lpstr>Why is it so important to write critically?! Bloom’s Taxomony: Cognitive Domain (1956) as revised by Anderson &amp; Krathwohl (2001)</vt:lpstr>
      <vt:lpstr>Critical thinking (a three-year-old’s guide)</vt:lpstr>
      <vt:lpstr>What critical thinking can mean in terms of the literature review</vt:lpstr>
      <vt:lpstr>Ask…</vt:lpstr>
      <vt:lpstr>Synthesizing Information</vt:lpstr>
      <vt:lpstr>PowerPoint Presentation</vt:lpstr>
      <vt:lpstr>PowerPoint Presentation</vt:lpstr>
      <vt:lpstr>PowerPoint Presentation</vt:lpstr>
      <vt:lpstr>PowerPoint Presentation</vt:lpstr>
      <vt:lpstr>Effective Writing Tips</vt:lpstr>
      <vt:lpstr>Quoting, Paraphrasing &amp; Summarizing</vt:lpstr>
      <vt:lpstr>Referencing and Citations (Harvard Style)</vt:lpstr>
      <vt:lpstr>IEEE References</vt:lpstr>
      <vt:lpstr>General Format rules</vt:lpstr>
      <vt:lpstr>Common Reference Types</vt:lpstr>
      <vt:lpstr>Structure of a Literature Review</vt:lpstr>
      <vt:lpstr>Tools…..</vt:lpstr>
      <vt:lpstr>Read Literature to Inspire Your Writing…!!!  Read… Read,,, Read:::</vt:lpstr>
      <vt:lpstr>List of references </vt:lpstr>
      <vt:lpstr>PowerPoint Presentation</vt:lpstr>
      <vt:lpstr>PowerPoint Presentation</vt:lpstr>
      <vt:lpstr>PowerPoint Presentation</vt:lpstr>
      <vt:lpstr>PowerPoint Presentation</vt:lpstr>
      <vt:lpstr>Starting to think about your own literature review</vt:lpstr>
      <vt:lpstr>PowerPoint Presentation</vt:lpstr>
      <vt:lpstr>Gather more data regarding your research:</vt:lpstr>
      <vt:lpstr>Synthesizing the information</vt:lpstr>
      <vt:lpstr>Main ideas/debates</vt:lpstr>
      <vt:lpstr>PowerPoint Presentation</vt:lpstr>
      <vt:lpstr>Quoting, Paraphrasing, and Summarizing</vt:lpstr>
      <vt:lpstr>What is a reference and citation?</vt:lpstr>
      <vt:lpstr>PowerPoint Presentation</vt:lpstr>
      <vt:lpstr>Let’s Start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Dulanjali Wijesekara</dc:creator>
  <cp:lastModifiedBy>Dulanjali Wijesekara</cp:lastModifiedBy>
  <cp:revision>3</cp:revision>
  <dcterms:created xsi:type="dcterms:W3CDTF">2025-10-11T19:44:12Z</dcterms:created>
  <dcterms:modified xsi:type="dcterms:W3CDTF">2025-10-11T21:09:14Z</dcterms:modified>
</cp:coreProperties>
</file>